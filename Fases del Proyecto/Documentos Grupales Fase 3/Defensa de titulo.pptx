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18"/>
  </p:notesMasterIdLst>
  <p:sldIdLst>
    <p:sldId id="256" r:id="rId2"/>
    <p:sldId id="257" r:id="rId3"/>
    <p:sldId id="305" r:id="rId4"/>
    <p:sldId id="306" r:id="rId5"/>
    <p:sldId id="258" r:id="rId6"/>
    <p:sldId id="307" r:id="rId7"/>
    <p:sldId id="308" r:id="rId8"/>
    <p:sldId id="309" r:id="rId9"/>
    <p:sldId id="310" r:id="rId10"/>
    <p:sldId id="311" r:id="rId11"/>
    <p:sldId id="312" r:id="rId12"/>
    <p:sldId id="313" r:id="rId13"/>
    <p:sldId id="314" r:id="rId14"/>
    <p:sldId id="315" r:id="rId15"/>
    <p:sldId id="316" r:id="rId16"/>
    <p:sldId id="317" r:id="rId17"/>
  </p:sldIdLst>
  <p:sldSz cx="9144000" cy="5143500" type="screen16x9"/>
  <p:notesSz cx="6858000" cy="9144000"/>
  <p:embeddedFontLst>
    <p:embeddedFont>
      <p:font typeface="Hanken Grotesk" panose="020B060402020202020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02AFEC-16E3-1B35-8498-0C9C88BA7BD0}" v="256" dt="2025-11-28T15:15:42.590"/>
  </p1510:revLst>
</p1510:revInfo>
</file>

<file path=ppt/tableStyles.xml><?xml version="1.0" encoding="utf-8"?>
<a:tblStyleLst xmlns:a="http://schemas.openxmlformats.org/drawingml/2006/main" def="{6D37FA3A-A355-4563-8AA7-A29E59AB7BFF}">
  <a:tblStyle styleId="{6D37FA3A-A355-4563-8AA7-A29E59AB7BF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USTIN TOMAS QUEZADA MORALES" userId="S::agu.quezada@duocuc.cl::a2305208-5ca2-4fbc-b31f-559dfffb175c" providerId="AD" clId="Web-{F6A41A75-1B1B-9C26-7370-D35AD82E1331}"/>
    <pc:docChg chg="modSld">
      <pc:chgData name="AGUSTIN TOMAS QUEZADA MORALES" userId="S::agu.quezada@duocuc.cl::a2305208-5ca2-4fbc-b31f-559dfffb175c" providerId="AD" clId="Web-{F6A41A75-1B1B-9C26-7370-D35AD82E1331}" dt="2025-11-24T01:39:51.183" v="5" actId="1076"/>
      <pc:docMkLst>
        <pc:docMk/>
      </pc:docMkLst>
      <pc:sldChg chg="addSp delSp">
        <pc:chgData name="AGUSTIN TOMAS QUEZADA MORALES" userId="S::agu.quezada@duocuc.cl::a2305208-5ca2-4fbc-b31f-559dfffb175c" providerId="AD" clId="Web-{F6A41A75-1B1B-9C26-7370-D35AD82E1331}" dt="2025-11-24T01:39:44.730" v="3"/>
        <pc:sldMkLst>
          <pc:docMk/>
          <pc:sldMk cId="1797357482" sldId="311"/>
        </pc:sldMkLst>
        <pc:picChg chg="add">
          <ac:chgData name="AGUSTIN TOMAS QUEZADA MORALES" userId="S::agu.quezada@duocuc.cl::a2305208-5ca2-4fbc-b31f-559dfffb175c" providerId="AD" clId="Web-{F6A41A75-1B1B-9C26-7370-D35AD82E1331}" dt="2025-11-24T01:39:44.730" v="3"/>
          <ac:picMkLst>
            <pc:docMk/>
            <pc:sldMk cId="1797357482" sldId="311"/>
            <ac:picMk id="3" creationId="{271B6680-6C5A-9042-50D7-BDBFE24F72C7}"/>
          </ac:picMkLst>
        </pc:picChg>
      </pc:sldChg>
      <pc:sldChg chg="addSp delSp modSp">
        <pc:chgData name="AGUSTIN TOMAS QUEZADA MORALES" userId="S::agu.quezada@duocuc.cl::a2305208-5ca2-4fbc-b31f-559dfffb175c" providerId="AD" clId="Web-{F6A41A75-1B1B-9C26-7370-D35AD82E1331}" dt="2025-11-24T01:39:51.183" v="5" actId="1076"/>
        <pc:sldMkLst>
          <pc:docMk/>
          <pc:sldMk cId="1100738207" sldId="313"/>
        </pc:sldMkLst>
        <pc:picChg chg="add mod">
          <ac:chgData name="AGUSTIN TOMAS QUEZADA MORALES" userId="S::agu.quezada@duocuc.cl::a2305208-5ca2-4fbc-b31f-559dfffb175c" providerId="AD" clId="Web-{F6A41A75-1B1B-9C26-7370-D35AD82E1331}" dt="2025-11-24T01:39:51.183" v="5" actId="1076"/>
          <ac:picMkLst>
            <pc:docMk/>
            <pc:sldMk cId="1100738207" sldId="313"/>
            <ac:picMk id="3" creationId="{FB58CC31-4679-40A4-79EF-88774AD93085}"/>
          </ac:picMkLst>
        </pc:picChg>
      </pc:sldChg>
    </pc:docChg>
  </pc:docChgLst>
  <pc:docChgLst>
    <pc:chgData name="DANILO BASTHYAN MORALES FIGUEROA" userId="S::da.moralesf@duocuc.cl::d653e85a-8fea-44ab-bcab-b2006adc4de9" providerId="AD" clId="Web-{5602AFEC-16E3-1B35-8498-0C9C88BA7BD0}"/>
    <pc:docChg chg="modSld">
      <pc:chgData name="DANILO BASTHYAN MORALES FIGUEROA" userId="S::da.moralesf@duocuc.cl::d653e85a-8fea-44ab-bcab-b2006adc4de9" providerId="AD" clId="Web-{5602AFEC-16E3-1B35-8498-0C9C88BA7BD0}" dt="2025-11-28T15:15:42.590" v="149" actId="1076"/>
      <pc:docMkLst>
        <pc:docMk/>
      </pc:docMkLst>
      <pc:sldChg chg="modSp">
        <pc:chgData name="DANILO BASTHYAN MORALES FIGUEROA" userId="S::da.moralesf@duocuc.cl::d653e85a-8fea-44ab-bcab-b2006adc4de9" providerId="AD" clId="Web-{5602AFEC-16E3-1B35-8498-0C9C88BA7BD0}" dt="2025-11-28T14:56:44.093" v="133" actId="20577"/>
        <pc:sldMkLst>
          <pc:docMk/>
          <pc:sldMk cId="4163887834" sldId="306"/>
        </pc:sldMkLst>
        <pc:spChg chg="mod">
          <ac:chgData name="DANILO BASTHYAN MORALES FIGUEROA" userId="S::da.moralesf@duocuc.cl::d653e85a-8fea-44ab-bcab-b2006adc4de9" providerId="AD" clId="Web-{5602AFEC-16E3-1B35-8498-0C9C88BA7BD0}" dt="2025-11-28T14:56:44.093" v="133" actId="20577"/>
          <ac:spMkLst>
            <pc:docMk/>
            <pc:sldMk cId="4163887834" sldId="306"/>
            <ac:spMk id="5" creationId="{014AE9D0-E163-4BBE-926C-6924F3BBC09E}"/>
          </ac:spMkLst>
        </pc:spChg>
      </pc:sldChg>
      <pc:sldChg chg="modSp">
        <pc:chgData name="DANILO BASTHYAN MORALES FIGUEROA" userId="S::da.moralesf@duocuc.cl::d653e85a-8fea-44ab-bcab-b2006adc4de9" providerId="AD" clId="Web-{5602AFEC-16E3-1B35-8498-0C9C88BA7BD0}" dt="2025-11-28T14:44:26.115" v="1" actId="20577"/>
        <pc:sldMkLst>
          <pc:docMk/>
          <pc:sldMk cId="2849412922" sldId="307"/>
        </pc:sldMkLst>
        <pc:spChg chg="mod">
          <ac:chgData name="DANILO BASTHYAN MORALES FIGUEROA" userId="S::da.moralesf@duocuc.cl::d653e85a-8fea-44ab-bcab-b2006adc4de9" providerId="AD" clId="Web-{5602AFEC-16E3-1B35-8498-0C9C88BA7BD0}" dt="2025-11-28T14:44:26.115" v="1" actId="20577"/>
          <ac:spMkLst>
            <pc:docMk/>
            <pc:sldMk cId="2849412922" sldId="307"/>
            <ac:spMk id="11" creationId="{565E87F0-92D6-4E7E-81E1-D6271C2DC3E6}"/>
          </ac:spMkLst>
        </pc:spChg>
      </pc:sldChg>
      <pc:sldChg chg="addSp delSp modSp">
        <pc:chgData name="DANILO BASTHYAN MORALES FIGUEROA" userId="S::da.moralesf@duocuc.cl::d653e85a-8fea-44ab-bcab-b2006adc4de9" providerId="AD" clId="Web-{5602AFEC-16E3-1B35-8498-0C9C88BA7BD0}" dt="2025-11-28T15:13:05.413" v="136"/>
        <pc:sldMkLst>
          <pc:docMk/>
          <pc:sldMk cId="2437255772" sldId="309"/>
        </pc:sldMkLst>
        <pc:picChg chg="del">
          <ac:chgData name="DANILO BASTHYAN MORALES FIGUEROA" userId="S::da.moralesf@duocuc.cl::d653e85a-8fea-44ab-bcab-b2006adc4de9" providerId="AD" clId="Web-{5602AFEC-16E3-1B35-8498-0C9C88BA7BD0}" dt="2025-11-28T14:50:17.315" v="7"/>
          <ac:picMkLst>
            <pc:docMk/>
            <pc:sldMk cId="2437255772" sldId="309"/>
            <ac:picMk id="3" creationId="{4199792A-C081-4038-8D42-4B321196CE6F}"/>
          </ac:picMkLst>
        </pc:picChg>
        <pc:picChg chg="add mod modCrop">
          <ac:chgData name="DANILO BASTHYAN MORALES FIGUEROA" userId="S::da.moralesf@duocuc.cl::d653e85a-8fea-44ab-bcab-b2006adc4de9" providerId="AD" clId="Web-{5602AFEC-16E3-1B35-8498-0C9C88BA7BD0}" dt="2025-11-28T15:13:05.413" v="136"/>
          <ac:picMkLst>
            <pc:docMk/>
            <pc:sldMk cId="2437255772" sldId="309"/>
            <ac:picMk id="4" creationId="{6D7870F9-BFBD-7C83-BCDC-2B9E4E45085F}"/>
          </ac:picMkLst>
        </pc:picChg>
      </pc:sldChg>
      <pc:sldChg chg="modSp">
        <pc:chgData name="DANILO BASTHYAN MORALES FIGUEROA" userId="S::da.moralesf@duocuc.cl::d653e85a-8fea-44ab-bcab-b2006adc4de9" providerId="AD" clId="Web-{5602AFEC-16E3-1B35-8498-0C9C88BA7BD0}" dt="2025-11-28T14:51:06.927" v="19" actId="20577"/>
        <pc:sldMkLst>
          <pc:docMk/>
          <pc:sldMk cId="3148308130" sldId="310"/>
        </pc:sldMkLst>
        <pc:spChg chg="mod">
          <ac:chgData name="DANILO BASTHYAN MORALES FIGUEROA" userId="S::da.moralesf@duocuc.cl::d653e85a-8fea-44ab-bcab-b2006adc4de9" providerId="AD" clId="Web-{5602AFEC-16E3-1B35-8498-0C9C88BA7BD0}" dt="2025-11-28T14:51:06.927" v="19" actId="20577"/>
          <ac:spMkLst>
            <pc:docMk/>
            <pc:sldMk cId="3148308130" sldId="310"/>
            <ac:spMk id="295" creationId="{00000000-0000-0000-0000-000000000000}"/>
          </ac:spMkLst>
        </pc:spChg>
      </pc:sldChg>
      <pc:sldChg chg="addSp delSp modSp">
        <pc:chgData name="DANILO BASTHYAN MORALES FIGUEROA" userId="S::da.moralesf@duocuc.cl::d653e85a-8fea-44ab-bcab-b2006adc4de9" providerId="AD" clId="Web-{5602AFEC-16E3-1B35-8498-0C9C88BA7BD0}" dt="2025-11-28T15:15:42.590" v="149" actId="1076"/>
        <pc:sldMkLst>
          <pc:docMk/>
          <pc:sldMk cId="1797357482" sldId="311"/>
        </pc:sldMkLst>
        <pc:spChg chg="add del mod">
          <ac:chgData name="DANILO BASTHYAN MORALES FIGUEROA" userId="S::da.moralesf@duocuc.cl::d653e85a-8fea-44ab-bcab-b2006adc4de9" providerId="AD" clId="Web-{5602AFEC-16E3-1B35-8498-0C9C88BA7BD0}" dt="2025-11-28T15:14:01.149" v="141"/>
          <ac:spMkLst>
            <pc:docMk/>
            <pc:sldMk cId="1797357482" sldId="311"/>
            <ac:spMk id="2" creationId="{C5D8CC14-381F-C9E0-5A47-0D9DA0502AD2}"/>
          </ac:spMkLst>
        </pc:spChg>
        <pc:picChg chg="mod">
          <ac:chgData name="DANILO BASTHYAN MORALES FIGUEROA" userId="S::da.moralesf@duocuc.cl::d653e85a-8fea-44ab-bcab-b2006adc4de9" providerId="AD" clId="Web-{5602AFEC-16E3-1B35-8498-0C9C88BA7BD0}" dt="2025-11-28T15:15:40.606" v="148" actId="1076"/>
          <ac:picMkLst>
            <pc:docMk/>
            <pc:sldMk cId="1797357482" sldId="311"/>
            <ac:picMk id="3" creationId="{271B6680-6C5A-9042-50D7-BDBFE24F72C7}"/>
          </ac:picMkLst>
        </pc:picChg>
        <pc:picChg chg="add mod">
          <ac:chgData name="DANILO BASTHYAN MORALES FIGUEROA" userId="S::da.moralesf@duocuc.cl::d653e85a-8fea-44ab-bcab-b2006adc4de9" providerId="AD" clId="Web-{5602AFEC-16E3-1B35-8498-0C9C88BA7BD0}" dt="2025-11-28T15:15:42.590" v="149" actId="1076"/>
          <ac:picMkLst>
            <pc:docMk/>
            <pc:sldMk cId="1797357482" sldId="311"/>
            <ac:picMk id="4" creationId="{2E7F651A-D687-9DB7-DC7C-B592BCAEDEC4}"/>
          </ac:picMkLst>
        </pc:picChg>
      </pc:sldChg>
      <pc:sldChg chg="addSp delSp modSp">
        <pc:chgData name="DANILO BASTHYAN MORALES FIGUEROA" userId="S::da.moralesf@duocuc.cl::d653e85a-8fea-44ab-bcab-b2006adc4de9" providerId="AD" clId="Web-{5602AFEC-16E3-1B35-8498-0C9C88BA7BD0}" dt="2025-11-28T14:55:57.983" v="130" actId="1076"/>
        <pc:sldMkLst>
          <pc:docMk/>
          <pc:sldMk cId="1600334184" sldId="314"/>
        </pc:sldMkLst>
        <pc:spChg chg="add del mod">
          <ac:chgData name="DANILO BASTHYAN MORALES FIGUEROA" userId="S::da.moralesf@duocuc.cl::d653e85a-8fea-44ab-bcab-b2006adc4de9" providerId="AD" clId="Web-{5602AFEC-16E3-1B35-8498-0C9C88BA7BD0}" dt="2025-11-28T14:52:30.274" v="28"/>
          <ac:spMkLst>
            <pc:docMk/>
            <pc:sldMk cId="1600334184" sldId="314"/>
            <ac:spMk id="4" creationId="{DCF82240-FB8B-E586-BE5C-DC0EFAAC0C0A}"/>
          </ac:spMkLst>
        </pc:spChg>
        <pc:spChg chg="add mod">
          <ac:chgData name="DANILO BASTHYAN MORALES FIGUEROA" userId="S::da.moralesf@duocuc.cl::d653e85a-8fea-44ab-bcab-b2006adc4de9" providerId="AD" clId="Web-{5602AFEC-16E3-1B35-8498-0C9C88BA7BD0}" dt="2025-11-28T14:54:50.091" v="124" actId="20577"/>
          <ac:spMkLst>
            <pc:docMk/>
            <pc:sldMk cId="1600334184" sldId="314"/>
            <ac:spMk id="6" creationId="{DE41E9E4-BD08-0960-119F-B450876DA527}"/>
          </ac:spMkLst>
        </pc:spChg>
        <pc:spChg chg="add mod">
          <ac:chgData name="DANILO BASTHYAN MORALES FIGUEROA" userId="S::da.moralesf@duocuc.cl::d653e85a-8fea-44ab-bcab-b2006adc4de9" providerId="AD" clId="Web-{5602AFEC-16E3-1B35-8498-0C9C88BA7BD0}" dt="2025-11-28T14:55:50.389" v="129" actId="1076"/>
          <ac:spMkLst>
            <pc:docMk/>
            <pc:sldMk cId="1600334184" sldId="314"/>
            <ac:spMk id="7" creationId="{E66B9ECA-2DC8-C20F-3D47-51C980F1E18A}"/>
          </ac:spMkLst>
        </pc:spChg>
        <pc:spChg chg="mod">
          <ac:chgData name="DANILO BASTHYAN MORALES FIGUEROA" userId="S::da.moralesf@duocuc.cl::d653e85a-8fea-44ab-bcab-b2006adc4de9" providerId="AD" clId="Web-{5602AFEC-16E3-1B35-8498-0C9C88BA7BD0}" dt="2025-11-28T14:52:32.883" v="29" actId="20577"/>
          <ac:spMkLst>
            <pc:docMk/>
            <pc:sldMk cId="1600334184" sldId="314"/>
            <ac:spMk id="295" creationId="{00000000-0000-0000-0000-000000000000}"/>
          </ac:spMkLst>
        </pc:spChg>
        <pc:picChg chg="add mod">
          <ac:chgData name="DANILO BASTHYAN MORALES FIGUEROA" userId="S::da.moralesf@duocuc.cl::d653e85a-8fea-44ab-bcab-b2006adc4de9" providerId="AD" clId="Web-{5602AFEC-16E3-1B35-8498-0C9C88BA7BD0}" dt="2025-11-28T14:55:57.983" v="130" actId="1076"/>
          <ac:picMkLst>
            <pc:docMk/>
            <pc:sldMk cId="1600334184" sldId="314"/>
            <ac:picMk id="2" creationId="{45027641-E5DE-7B99-8B3D-BBA4FC06FAA8}"/>
          </ac:picMkLst>
        </pc:picChg>
      </pc:sldChg>
      <pc:sldChg chg="modSp">
        <pc:chgData name="DANILO BASTHYAN MORALES FIGUEROA" userId="S::da.moralesf@duocuc.cl::d653e85a-8fea-44ab-bcab-b2006adc4de9" providerId="AD" clId="Web-{5602AFEC-16E3-1B35-8498-0C9C88BA7BD0}" dt="2025-11-28T14:51:25.396" v="21" actId="20577"/>
        <pc:sldMkLst>
          <pc:docMk/>
          <pc:sldMk cId="2162216058" sldId="315"/>
        </pc:sldMkLst>
        <pc:spChg chg="mod">
          <ac:chgData name="DANILO BASTHYAN MORALES FIGUEROA" userId="S::da.moralesf@duocuc.cl::d653e85a-8fea-44ab-bcab-b2006adc4de9" providerId="AD" clId="Web-{5602AFEC-16E3-1B35-8498-0C9C88BA7BD0}" dt="2025-11-28T14:51:25.396" v="21" actId="20577"/>
          <ac:spMkLst>
            <pc:docMk/>
            <pc:sldMk cId="2162216058" sldId="315"/>
            <ac:spMk id="2" creationId="{31FBD104-56F5-4560-9F66-C6FFDDE1DEDC}"/>
          </ac:spMkLst>
        </pc:spChg>
      </pc:sldChg>
      <pc:sldChg chg="modSp">
        <pc:chgData name="DANILO BASTHYAN MORALES FIGUEROA" userId="S::da.moralesf@duocuc.cl::d653e85a-8fea-44ab-bcab-b2006adc4de9" providerId="AD" clId="Web-{5602AFEC-16E3-1B35-8498-0C9C88BA7BD0}" dt="2025-11-28T14:51:33.943" v="23" actId="20577"/>
        <pc:sldMkLst>
          <pc:docMk/>
          <pc:sldMk cId="287302353" sldId="316"/>
        </pc:sldMkLst>
        <pc:spChg chg="mod">
          <ac:chgData name="DANILO BASTHYAN MORALES FIGUEROA" userId="S::da.moralesf@duocuc.cl::d653e85a-8fea-44ab-bcab-b2006adc4de9" providerId="AD" clId="Web-{5602AFEC-16E3-1B35-8498-0C9C88BA7BD0}" dt="2025-11-28T14:51:33.943" v="23" actId="20577"/>
          <ac:spMkLst>
            <pc:docMk/>
            <pc:sldMk cId="287302353" sldId="316"/>
            <ac:spMk id="2" creationId="{DCE07627-3AE6-443B-B418-B41B2A9E41E9}"/>
          </ac:spMkLst>
        </pc:spChg>
      </pc:sldChg>
      <pc:sldChg chg="modSp">
        <pc:chgData name="DANILO BASTHYAN MORALES FIGUEROA" userId="S::da.moralesf@duocuc.cl::d653e85a-8fea-44ab-bcab-b2006adc4de9" providerId="AD" clId="Web-{5602AFEC-16E3-1B35-8498-0C9C88BA7BD0}" dt="2025-11-28T14:57:56.099" v="135" actId="1076"/>
        <pc:sldMkLst>
          <pc:docMk/>
          <pc:sldMk cId="3745596933" sldId="317"/>
        </pc:sldMkLst>
        <pc:spChg chg="mod">
          <ac:chgData name="DANILO BASTHYAN MORALES FIGUEROA" userId="S::da.moralesf@duocuc.cl::d653e85a-8fea-44ab-bcab-b2006adc4de9" providerId="AD" clId="Web-{5602AFEC-16E3-1B35-8498-0C9C88BA7BD0}" dt="2025-11-28T14:57:56.099" v="135" actId="1076"/>
          <ac:spMkLst>
            <pc:docMk/>
            <pc:sldMk cId="3745596933" sldId="317"/>
            <ac:spMk id="5" creationId="{820C36B7-9BB4-407E-87AB-F5DF2111839C}"/>
          </ac:spMkLst>
        </pc:spChg>
        <pc:spChg chg="mod">
          <ac:chgData name="DANILO BASTHYAN MORALES FIGUEROA" userId="S::da.moralesf@duocuc.cl::d653e85a-8fea-44ab-bcab-b2006adc4de9" providerId="AD" clId="Web-{5602AFEC-16E3-1B35-8498-0C9C88BA7BD0}" dt="2025-11-28T14:57:52.505" v="134" actId="1076"/>
          <ac:spMkLst>
            <pc:docMk/>
            <pc:sldMk cId="3745596933" sldId="317"/>
            <ac:spMk id="295" creationId="{00000000-0000-0000-0000-000000000000}"/>
          </ac:spMkLst>
        </pc:spChg>
      </pc:sldChg>
    </pc:docChg>
  </pc:docChgLst>
  <pc:docChgLst>
    <pc:chgData name="DANILO BASTHYAN MORALES FIGUEROA" userId="S::da.moralesf@duocuc.cl::d653e85a-8fea-44ab-bcab-b2006adc4de9" providerId="AD" clId="Web-{5EEADA7D-3AAE-2526-9238-F6F2D7B21E4F}"/>
    <pc:docChg chg="modSld">
      <pc:chgData name="DANILO BASTHYAN MORALES FIGUEROA" userId="S::da.moralesf@duocuc.cl::d653e85a-8fea-44ab-bcab-b2006adc4de9" providerId="AD" clId="Web-{5EEADA7D-3AAE-2526-9238-F6F2D7B21E4F}" dt="2025-11-24T02:05:26.326" v="45" actId="20577"/>
      <pc:docMkLst>
        <pc:docMk/>
      </pc:docMkLst>
      <pc:sldChg chg="modSp">
        <pc:chgData name="DANILO BASTHYAN MORALES FIGUEROA" userId="S::da.moralesf@duocuc.cl::d653e85a-8fea-44ab-bcab-b2006adc4de9" providerId="AD" clId="Web-{5EEADA7D-3AAE-2526-9238-F6F2D7B21E4F}" dt="2025-11-24T01:48:05.677" v="15" actId="20577"/>
        <pc:sldMkLst>
          <pc:docMk/>
          <pc:sldMk cId="0" sldId="258"/>
        </pc:sldMkLst>
        <pc:spChg chg="mod">
          <ac:chgData name="DANILO BASTHYAN MORALES FIGUEROA" userId="S::da.moralesf@duocuc.cl::d653e85a-8fea-44ab-bcab-b2006adc4de9" providerId="AD" clId="Web-{5EEADA7D-3AAE-2526-9238-F6F2D7B21E4F}" dt="2025-11-24T01:47:55.364" v="13" actId="20577"/>
          <ac:spMkLst>
            <pc:docMk/>
            <pc:sldMk cId="0" sldId="258"/>
            <ac:spMk id="38" creationId="{3D0A1B41-2FCA-41D0-A1B1-DAAD975BE234}"/>
          </ac:spMkLst>
        </pc:spChg>
        <pc:spChg chg="mod">
          <ac:chgData name="DANILO BASTHYAN MORALES FIGUEROA" userId="S::da.moralesf@duocuc.cl::d653e85a-8fea-44ab-bcab-b2006adc4de9" providerId="AD" clId="Web-{5EEADA7D-3AAE-2526-9238-F6F2D7B21E4F}" dt="2025-11-24T01:48:05.677" v="15" actId="20577"/>
          <ac:spMkLst>
            <pc:docMk/>
            <pc:sldMk cId="0" sldId="258"/>
            <ac:spMk id="63" creationId="{8CF397A1-D153-4655-B705-2914FE6BEDC8}"/>
          </ac:spMkLst>
        </pc:spChg>
        <pc:spChg chg="mod">
          <ac:chgData name="DANILO BASTHYAN MORALES FIGUEROA" userId="S::da.moralesf@duocuc.cl::d653e85a-8fea-44ab-bcab-b2006adc4de9" providerId="AD" clId="Web-{5EEADA7D-3AAE-2526-9238-F6F2D7B21E4F}" dt="2025-11-24T01:47:30.051" v="12" actId="20577"/>
          <ac:spMkLst>
            <pc:docMk/>
            <pc:sldMk cId="0" sldId="258"/>
            <ac:spMk id="64" creationId="{6C46B86D-E00E-42EF-AB2F-81A2A13DC0CE}"/>
          </ac:spMkLst>
        </pc:spChg>
      </pc:sldChg>
      <pc:sldChg chg="modSp">
        <pc:chgData name="DANILO BASTHYAN MORALES FIGUEROA" userId="S::da.moralesf@duocuc.cl::d653e85a-8fea-44ab-bcab-b2006adc4de9" providerId="AD" clId="Web-{5EEADA7D-3AAE-2526-9238-F6F2D7B21E4F}" dt="2025-11-24T01:46:49.879" v="10" actId="20577"/>
        <pc:sldMkLst>
          <pc:docMk/>
          <pc:sldMk cId="1540745412" sldId="305"/>
        </pc:sldMkLst>
        <pc:spChg chg="mod">
          <ac:chgData name="DANILO BASTHYAN MORALES FIGUEROA" userId="S::da.moralesf@duocuc.cl::d653e85a-8fea-44ab-bcab-b2006adc4de9" providerId="AD" clId="Web-{5EEADA7D-3AAE-2526-9238-F6F2D7B21E4F}" dt="2025-11-24T01:46:49.879" v="10" actId="20577"/>
          <ac:spMkLst>
            <pc:docMk/>
            <pc:sldMk cId="1540745412" sldId="305"/>
            <ac:spMk id="5" creationId="{014AE9D0-E163-4BBE-926C-6924F3BBC09E}"/>
          </ac:spMkLst>
        </pc:spChg>
      </pc:sldChg>
      <pc:sldChg chg="modSp">
        <pc:chgData name="DANILO BASTHYAN MORALES FIGUEROA" userId="S::da.moralesf@duocuc.cl::d653e85a-8fea-44ab-bcab-b2006adc4de9" providerId="AD" clId="Web-{5EEADA7D-3AAE-2526-9238-F6F2D7B21E4F}" dt="2025-11-24T01:50:51.602" v="17" actId="20577"/>
        <pc:sldMkLst>
          <pc:docMk/>
          <pc:sldMk cId="2849412922" sldId="307"/>
        </pc:sldMkLst>
        <pc:spChg chg="mod">
          <ac:chgData name="DANILO BASTHYAN MORALES FIGUEROA" userId="S::da.moralesf@duocuc.cl::d653e85a-8fea-44ab-bcab-b2006adc4de9" providerId="AD" clId="Web-{5EEADA7D-3AAE-2526-9238-F6F2D7B21E4F}" dt="2025-11-24T01:50:51.602" v="17" actId="20577"/>
          <ac:spMkLst>
            <pc:docMk/>
            <pc:sldMk cId="2849412922" sldId="307"/>
            <ac:spMk id="11" creationId="{565E87F0-92D6-4E7E-81E1-D6271C2DC3E6}"/>
          </ac:spMkLst>
        </pc:spChg>
        <pc:spChg chg="mod">
          <ac:chgData name="DANILO BASTHYAN MORALES FIGUEROA" userId="S::da.moralesf@duocuc.cl::d653e85a-8fea-44ab-bcab-b2006adc4de9" providerId="AD" clId="Web-{5EEADA7D-3AAE-2526-9238-F6F2D7B21E4F}" dt="2025-11-24T01:50:18.086" v="16" actId="20577"/>
          <ac:spMkLst>
            <pc:docMk/>
            <pc:sldMk cId="2849412922" sldId="307"/>
            <ac:spMk id="38" creationId="{3D0A1B41-2FCA-41D0-A1B1-DAAD975BE234}"/>
          </ac:spMkLst>
        </pc:spChg>
      </pc:sldChg>
      <pc:sldChg chg="modSp">
        <pc:chgData name="DANILO BASTHYAN MORALES FIGUEROA" userId="S::da.moralesf@duocuc.cl::d653e85a-8fea-44ab-bcab-b2006adc4de9" providerId="AD" clId="Web-{5EEADA7D-3AAE-2526-9238-F6F2D7B21E4F}" dt="2025-11-24T01:53:08.212" v="28" actId="20577"/>
        <pc:sldMkLst>
          <pc:docMk/>
          <pc:sldMk cId="1608785366" sldId="308"/>
        </pc:sldMkLst>
        <pc:spChg chg="mod">
          <ac:chgData name="DANILO BASTHYAN MORALES FIGUEROA" userId="S::da.moralesf@duocuc.cl::d653e85a-8fea-44ab-bcab-b2006adc4de9" providerId="AD" clId="Web-{5EEADA7D-3AAE-2526-9238-F6F2D7B21E4F}" dt="2025-11-24T01:52:57.478" v="27" actId="20577"/>
          <ac:spMkLst>
            <pc:docMk/>
            <pc:sldMk cId="1608785366" sldId="308"/>
            <ac:spMk id="2" creationId="{75764524-1FE7-4250-88CB-50B0D36046EE}"/>
          </ac:spMkLst>
        </pc:spChg>
        <pc:spChg chg="mod">
          <ac:chgData name="DANILO BASTHYAN MORALES FIGUEROA" userId="S::da.moralesf@duocuc.cl::d653e85a-8fea-44ab-bcab-b2006adc4de9" providerId="AD" clId="Web-{5EEADA7D-3AAE-2526-9238-F6F2D7B21E4F}" dt="2025-11-24T01:53:08.212" v="28" actId="20577"/>
          <ac:spMkLst>
            <pc:docMk/>
            <pc:sldMk cId="1608785366" sldId="308"/>
            <ac:spMk id="3" creationId="{0B689785-0FC6-4A69-B3B2-AB98A0D4EC6C}"/>
          </ac:spMkLst>
        </pc:spChg>
      </pc:sldChg>
      <pc:sldChg chg="modSp">
        <pc:chgData name="DANILO BASTHYAN MORALES FIGUEROA" userId="S::da.moralesf@duocuc.cl::d653e85a-8fea-44ab-bcab-b2006adc4de9" providerId="AD" clId="Web-{5EEADA7D-3AAE-2526-9238-F6F2D7B21E4F}" dt="2025-11-24T01:53:45.088" v="30" actId="20577"/>
        <pc:sldMkLst>
          <pc:docMk/>
          <pc:sldMk cId="2437255772" sldId="309"/>
        </pc:sldMkLst>
        <pc:spChg chg="mod">
          <ac:chgData name="DANILO BASTHYAN MORALES FIGUEROA" userId="S::da.moralesf@duocuc.cl::d653e85a-8fea-44ab-bcab-b2006adc4de9" providerId="AD" clId="Web-{5EEADA7D-3AAE-2526-9238-F6F2D7B21E4F}" dt="2025-11-24T01:53:45.088" v="30" actId="20577"/>
          <ac:spMkLst>
            <pc:docMk/>
            <pc:sldMk cId="2437255772" sldId="309"/>
            <ac:spMk id="2" creationId="{B94AEB50-43F8-400D-A6BA-E08355DF8508}"/>
          </ac:spMkLst>
        </pc:spChg>
      </pc:sldChg>
      <pc:sldChg chg="modSp">
        <pc:chgData name="DANILO BASTHYAN MORALES FIGUEROA" userId="S::da.moralesf@duocuc.cl::d653e85a-8fea-44ab-bcab-b2006adc4de9" providerId="AD" clId="Web-{5EEADA7D-3AAE-2526-9238-F6F2D7B21E4F}" dt="2025-11-24T02:04:52.966" v="43" actId="20577"/>
        <pc:sldMkLst>
          <pc:docMk/>
          <pc:sldMk cId="2162216058" sldId="315"/>
        </pc:sldMkLst>
        <pc:spChg chg="mod">
          <ac:chgData name="DANILO BASTHYAN MORALES FIGUEROA" userId="S::da.moralesf@duocuc.cl::d653e85a-8fea-44ab-bcab-b2006adc4de9" providerId="AD" clId="Web-{5EEADA7D-3AAE-2526-9238-F6F2D7B21E4F}" dt="2025-11-24T02:04:52.966" v="43" actId="20577"/>
          <ac:spMkLst>
            <pc:docMk/>
            <pc:sldMk cId="2162216058" sldId="315"/>
            <ac:spMk id="2" creationId="{31FBD104-56F5-4560-9F66-C6FFDDE1DEDC}"/>
          </ac:spMkLst>
        </pc:spChg>
      </pc:sldChg>
      <pc:sldChg chg="modSp">
        <pc:chgData name="DANILO BASTHYAN MORALES FIGUEROA" userId="S::da.moralesf@duocuc.cl::d653e85a-8fea-44ab-bcab-b2006adc4de9" providerId="AD" clId="Web-{5EEADA7D-3AAE-2526-9238-F6F2D7B21E4F}" dt="2025-11-24T02:05:26.326" v="45" actId="20577"/>
        <pc:sldMkLst>
          <pc:docMk/>
          <pc:sldMk cId="287302353" sldId="316"/>
        </pc:sldMkLst>
        <pc:spChg chg="mod">
          <ac:chgData name="DANILO BASTHYAN MORALES FIGUEROA" userId="S::da.moralesf@duocuc.cl::d653e85a-8fea-44ab-bcab-b2006adc4de9" providerId="AD" clId="Web-{5EEADA7D-3AAE-2526-9238-F6F2D7B21E4F}" dt="2025-11-24T02:05:26.326" v="45" actId="20577"/>
          <ac:spMkLst>
            <pc:docMk/>
            <pc:sldMk cId="287302353" sldId="316"/>
            <ac:spMk id="2" creationId="{DCE07627-3AE6-443B-B418-B41B2A9E41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0391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92719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768bdccc6f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768bdccc6f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768bdccc6f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768bdccc6f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0445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3420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459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1236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57543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2837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8396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0646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6641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7883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6344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7346075" y="130450"/>
            <a:ext cx="4889100" cy="4889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nvGrpSpPr>
          <p:cNvPr id="10" name="Google Shape;10;p2"/>
          <p:cNvGrpSpPr/>
          <p:nvPr/>
        </p:nvGrpSpPr>
        <p:grpSpPr>
          <a:xfrm>
            <a:off x="727425" y="-49275"/>
            <a:ext cx="7703400" cy="5243325"/>
            <a:chOff x="727425" y="-49275"/>
            <a:chExt cx="7703400" cy="5243325"/>
          </a:xfrm>
        </p:grpSpPr>
        <p:sp>
          <p:nvSpPr>
            <p:cNvPr id="11" name="Google Shape;11;p2"/>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cxnSp>
          <p:nvCxnSpPr>
            <p:cNvPr id="12" name="Google Shape;12;p2"/>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13" name="Google Shape;13;p2"/>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14" name="Google Shape;14;p2"/>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3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1400"/>
              <a:buNone/>
              <a:defRPr>
                <a:solidFill>
                  <a:schemeClr val="dk1"/>
                </a:solidFill>
              </a:defRPr>
            </a:lvl1pPr>
            <a:lvl2pPr lvl="1" algn="ctr">
              <a:lnSpc>
                <a:spcPct val="100000"/>
              </a:lnSpc>
              <a:spcBef>
                <a:spcPts val="0"/>
              </a:spcBef>
              <a:spcAft>
                <a:spcPts val="0"/>
              </a:spcAft>
              <a:buClr>
                <a:schemeClr val="dk1"/>
              </a:buClr>
              <a:buSzPts val="1800"/>
              <a:buNone/>
              <a:defRPr sz="1800">
                <a:solidFill>
                  <a:schemeClr val="dk1"/>
                </a:solidFill>
              </a:defRPr>
            </a:lvl2pPr>
            <a:lvl3pPr lvl="2" algn="ctr">
              <a:lnSpc>
                <a:spcPct val="100000"/>
              </a:lnSpc>
              <a:spcBef>
                <a:spcPts val="0"/>
              </a:spcBef>
              <a:spcAft>
                <a:spcPts val="0"/>
              </a:spcAft>
              <a:buClr>
                <a:schemeClr val="dk1"/>
              </a:buClr>
              <a:buSzPts val="1800"/>
              <a:buNone/>
              <a:defRPr sz="1800">
                <a:solidFill>
                  <a:schemeClr val="dk1"/>
                </a:solidFill>
              </a:defRPr>
            </a:lvl3pPr>
            <a:lvl4pPr lvl="3" algn="ctr">
              <a:lnSpc>
                <a:spcPct val="100000"/>
              </a:lnSpc>
              <a:spcBef>
                <a:spcPts val="0"/>
              </a:spcBef>
              <a:spcAft>
                <a:spcPts val="0"/>
              </a:spcAft>
              <a:buClr>
                <a:schemeClr val="dk1"/>
              </a:buClr>
              <a:buSzPts val="1800"/>
              <a:buNone/>
              <a:defRPr sz="1800">
                <a:solidFill>
                  <a:schemeClr val="dk1"/>
                </a:solidFill>
              </a:defRPr>
            </a:lvl4pPr>
            <a:lvl5pPr lvl="4" algn="ctr">
              <a:lnSpc>
                <a:spcPct val="100000"/>
              </a:lnSpc>
              <a:spcBef>
                <a:spcPts val="0"/>
              </a:spcBef>
              <a:spcAft>
                <a:spcPts val="0"/>
              </a:spcAft>
              <a:buClr>
                <a:schemeClr val="dk1"/>
              </a:buClr>
              <a:buSzPts val="1800"/>
              <a:buNone/>
              <a:defRPr sz="1800">
                <a:solidFill>
                  <a:schemeClr val="dk1"/>
                </a:solidFill>
              </a:defRPr>
            </a:lvl5pPr>
            <a:lvl6pPr lvl="5" algn="ctr">
              <a:lnSpc>
                <a:spcPct val="100000"/>
              </a:lnSpc>
              <a:spcBef>
                <a:spcPts val="0"/>
              </a:spcBef>
              <a:spcAft>
                <a:spcPts val="0"/>
              </a:spcAft>
              <a:buClr>
                <a:schemeClr val="dk1"/>
              </a:buClr>
              <a:buSzPts val="1800"/>
              <a:buNone/>
              <a:defRPr sz="1800">
                <a:solidFill>
                  <a:schemeClr val="dk1"/>
                </a:solidFill>
              </a:defRPr>
            </a:lvl6pPr>
            <a:lvl7pPr lvl="6" algn="ctr">
              <a:lnSpc>
                <a:spcPct val="100000"/>
              </a:lnSpc>
              <a:spcBef>
                <a:spcPts val="0"/>
              </a:spcBef>
              <a:spcAft>
                <a:spcPts val="0"/>
              </a:spcAft>
              <a:buClr>
                <a:schemeClr val="dk1"/>
              </a:buClr>
              <a:buSzPts val="1800"/>
              <a:buNone/>
              <a:defRPr sz="1800">
                <a:solidFill>
                  <a:schemeClr val="dk1"/>
                </a:solidFill>
              </a:defRPr>
            </a:lvl7pPr>
            <a:lvl8pPr lvl="7" algn="ctr">
              <a:lnSpc>
                <a:spcPct val="100000"/>
              </a:lnSpc>
              <a:spcBef>
                <a:spcPts val="0"/>
              </a:spcBef>
              <a:spcAft>
                <a:spcPts val="0"/>
              </a:spcAft>
              <a:buClr>
                <a:schemeClr val="dk1"/>
              </a:buClr>
              <a:buSzPts val="1800"/>
              <a:buNone/>
              <a:defRPr sz="1800">
                <a:solidFill>
                  <a:schemeClr val="dk1"/>
                </a:solidFill>
              </a:defRPr>
            </a:lvl8pPr>
            <a:lvl9pPr lvl="8" algn="ctr">
              <a:lnSpc>
                <a:spcPct val="100000"/>
              </a:lnSpc>
              <a:spcBef>
                <a:spcPts val="0"/>
              </a:spcBef>
              <a:spcAft>
                <a:spcPts val="0"/>
              </a:spcAft>
              <a:buClr>
                <a:schemeClr val="dk1"/>
              </a:buClr>
              <a:buSzPts val="1800"/>
              <a:buNone/>
              <a:defRPr sz="1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6"/>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nvGrpSpPr>
          <p:cNvPr id="46" name="Google Shape;46;p6"/>
          <p:cNvGrpSpPr/>
          <p:nvPr/>
        </p:nvGrpSpPr>
        <p:grpSpPr>
          <a:xfrm>
            <a:off x="232200" y="-49400"/>
            <a:ext cx="8679000" cy="5250800"/>
            <a:chOff x="232200" y="-49400"/>
            <a:chExt cx="8679000" cy="5250800"/>
          </a:xfrm>
        </p:grpSpPr>
        <p:grpSp>
          <p:nvGrpSpPr>
            <p:cNvPr id="47" name="Google Shape;47;p6"/>
            <p:cNvGrpSpPr/>
            <p:nvPr/>
          </p:nvGrpSpPr>
          <p:grpSpPr>
            <a:xfrm>
              <a:off x="232200" y="-49400"/>
              <a:ext cx="8679000" cy="5250800"/>
              <a:chOff x="232200" y="-49400"/>
              <a:chExt cx="8679000" cy="5250800"/>
            </a:xfrm>
          </p:grpSpPr>
          <p:sp>
            <p:nvSpPr>
              <p:cNvPr id="48" name="Google Shape;48;p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cxnSp>
            <p:nvCxnSpPr>
              <p:cNvPr id="49" name="Google Shape;49;p6"/>
              <p:cNvCxnSpPr/>
              <p:nvPr/>
            </p:nvCxnSpPr>
            <p:spPr>
              <a:xfrm rot="10800000">
                <a:off x="8911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50" name="Google Shape;50;p6"/>
              <p:cNvCxnSpPr/>
              <p:nvPr/>
            </p:nvCxnSpPr>
            <p:spPr>
              <a:xfrm rot="10800000">
                <a:off x="232200" y="4917300"/>
                <a:ext cx="0" cy="284100"/>
              </a:xfrm>
              <a:prstGeom prst="straightConnector1">
                <a:avLst/>
              </a:prstGeom>
              <a:noFill/>
              <a:ln w="19050" cap="flat" cmpd="sng">
                <a:solidFill>
                  <a:schemeClr val="dk1"/>
                </a:solidFill>
                <a:prstDash val="solid"/>
                <a:round/>
                <a:headEnd type="none" w="med" len="med"/>
                <a:tailEnd type="none" w="med" len="med"/>
              </a:ln>
            </p:spPr>
          </p:cxnSp>
        </p:grpSp>
        <p:sp>
          <p:nvSpPr>
            <p:cNvPr id="51" name="Google Shape;51;p6"/>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sp>
        <p:nvSpPr>
          <p:cNvPr id="52" name="Google Shape;5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9"/>
          <p:cNvSpPr/>
          <p:nvPr/>
        </p:nvSpPr>
        <p:spPr>
          <a:xfrm>
            <a:off x="-2613450" y="-126025"/>
            <a:ext cx="5402100" cy="54021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nvGrpSpPr>
          <p:cNvPr id="70" name="Google Shape;70;p9"/>
          <p:cNvGrpSpPr/>
          <p:nvPr/>
        </p:nvGrpSpPr>
        <p:grpSpPr>
          <a:xfrm>
            <a:off x="727425" y="-49275"/>
            <a:ext cx="7703400" cy="5243325"/>
            <a:chOff x="727425" y="-49275"/>
            <a:chExt cx="7703400" cy="5243325"/>
          </a:xfrm>
        </p:grpSpPr>
        <p:sp>
          <p:nvSpPr>
            <p:cNvPr id="71" name="Google Shape;71;p9"/>
            <p:cNvSpPr/>
            <p:nvPr/>
          </p:nvSpPr>
          <p:spPr>
            <a:xfrm>
              <a:off x="727425" y="533550"/>
              <a:ext cx="7703400" cy="40749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cxnSp>
          <p:nvCxnSpPr>
            <p:cNvPr id="72" name="Google Shape;72;p9"/>
            <p:cNvCxnSpPr/>
            <p:nvPr/>
          </p:nvCxnSpPr>
          <p:spPr>
            <a:xfrm rot="10800000">
              <a:off x="727425" y="-49275"/>
              <a:ext cx="0" cy="585600"/>
            </a:xfrm>
            <a:prstGeom prst="straightConnector1">
              <a:avLst/>
            </a:prstGeom>
            <a:noFill/>
            <a:ln w="19050" cap="flat" cmpd="sng">
              <a:solidFill>
                <a:schemeClr val="dk1"/>
              </a:solidFill>
              <a:prstDash val="solid"/>
              <a:round/>
              <a:headEnd type="none" w="med" len="med"/>
              <a:tailEnd type="none" w="med" len="med"/>
            </a:ln>
          </p:spPr>
        </p:cxnSp>
        <p:cxnSp>
          <p:nvCxnSpPr>
            <p:cNvPr id="73" name="Google Shape;73;p9"/>
            <p:cNvCxnSpPr/>
            <p:nvPr/>
          </p:nvCxnSpPr>
          <p:spPr>
            <a:xfrm rot="10800000">
              <a:off x="8430775" y="4608450"/>
              <a:ext cx="0" cy="585600"/>
            </a:xfrm>
            <a:prstGeom prst="straightConnector1">
              <a:avLst/>
            </a:prstGeom>
            <a:noFill/>
            <a:ln w="19050" cap="flat" cmpd="sng">
              <a:solidFill>
                <a:schemeClr val="dk1"/>
              </a:solidFill>
              <a:prstDash val="solid"/>
              <a:round/>
              <a:headEnd type="none" w="med" len="med"/>
              <a:tailEnd type="none" w="med" len="med"/>
            </a:ln>
          </p:spPr>
        </p:cxnSp>
      </p:grpSp>
      <p:sp>
        <p:nvSpPr>
          <p:cNvPr id="74" name="Google Shape;74;p9"/>
          <p:cNvSpPr txBox="1">
            <a:spLocks noGrp="1"/>
          </p:cNvSpPr>
          <p:nvPr>
            <p:ph type="title"/>
          </p:nvPr>
        </p:nvSpPr>
        <p:spPr>
          <a:xfrm>
            <a:off x="3496850" y="1021763"/>
            <a:ext cx="4294800" cy="20952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5" name="Google Shape;75;p9"/>
          <p:cNvSpPr txBox="1">
            <a:spLocks noGrp="1"/>
          </p:cNvSpPr>
          <p:nvPr>
            <p:ph type="subTitle" idx="1"/>
          </p:nvPr>
        </p:nvSpPr>
        <p:spPr>
          <a:xfrm>
            <a:off x="3496850" y="3117038"/>
            <a:ext cx="4294800" cy="1004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88"/>
        <p:cNvGrpSpPr/>
        <p:nvPr/>
      </p:nvGrpSpPr>
      <p:grpSpPr>
        <a:xfrm>
          <a:off x="0" y="0"/>
          <a:ext cx="0" cy="0"/>
          <a:chOff x="0" y="0"/>
          <a:chExt cx="0" cy="0"/>
        </a:xfrm>
      </p:grpSpPr>
      <p:sp>
        <p:nvSpPr>
          <p:cNvPr id="89" name="Google Shape;89;p13"/>
          <p:cNvSpPr/>
          <p:nvPr/>
        </p:nvSpPr>
        <p:spPr>
          <a:xfrm>
            <a:off x="-941925"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nvGrpSpPr>
          <p:cNvPr id="90" name="Google Shape;90;p13"/>
          <p:cNvGrpSpPr/>
          <p:nvPr/>
        </p:nvGrpSpPr>
        <p:grpSpPr>
          <a:xfrm>
            <a:off x="-19050" y="232800"/>
            <a:ext cx="9189150" cy="4684500"/>
            <a:chOff x="-19050" y="232800"/>
            <a:chExt cx="9189150" cy="4684500"/>
          </a:xfrm>
        </p:grpSpPr>
        <p:sp>
          <p:nvSpPr>
            <p:cNvPr id="91" name="Google Shape;91;p13"/>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cxnSp>
          <p:nvCxnSpPr>
            <p:cNvPr id="92" name="Google Shape;92;p13"/>
            <p:cNvCxnSpPr/>
            <p:nvPr/>
          </p:nvCxnSpPr>
          <p:spPr>
            <a:xfrm rot="10800000">
              <a:off x="-19050" y="232800"/>
              <a:ext cx="258900" cy="0"/>
            </a:xfrm>
            <a:prstGeom prst="straightConnector1">
              <a:avLst/>
            </a:prstGeom>
            <a:noFill/>
            <a:ln w="19050" cap="flat" cmpd="sng">
              <a:solidFill>
                <a:schemeClr val="dk1"/>
              </a:solidFill>
              <a:prstDash val="solid"/>
              <a:round/>
              <a:headEnd type="none" w="med" len="med"/>
              <a:tailEnd type="none" w="med" len="med"/>
            </a:ln>
          </p:spPr>
        </p:cxnSp>
        <p:cxnSp>
          <p:nvCxnSpPr>
            <p:cNvPr id="93" name="Google Shape;93;p13"/>
            <p:cNvCxnSpPr/>
            <p:nvPr/>
          </p:nvCxnSpPr>
          <p:spPr>
            <a:xfrm rot="10800000">
              <a:off x="8911200" y="4917300"/>
              <a:ext cx="258900" cy="0"/>
            </a:xfrm>
            <a:prstGeom prst="straightConnector1">
              <a:avLst/>
            </a:prstGeom>
            <a:noFill/>
            <a:ln w="19050" cap="flat" cmpd="sng">
              <a:solidFill>
                <a:schemeClr val="dk1"/>
              </a:solidFill>
              <a:prstDash val="solid"/>
              <a:round/>
              <a:headEnd type="none" w="med" len="med"/>
              <a:tailEnd type="none" w="med" len="med"/>
            </a:ln>
          </p:spPr>
        </p:cxnSp>
      </p:grpSp>
      <p:sp>
        <p:nvSpPr>
          <p:cNvPr id="94" name="Google Shape;94;p13"/>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 name="Google Shape;95;p13"/>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6" name="Google Shape;96;p13"/>
          <p:cNvSpPr txBox="1">
            <a:spLocks noGrp="1"/>
          </p:cNvSpPr>
          <p:nvPr>
            <p:ph type="subTitle" idx="2"/>
          </p:nvPr>
        </p:nvSpPr>
        <p:spPr>
          <a:xfrm>
            <a:off x="78867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7" name="Google Shape;97;p13"/>
          <p:cNvSpPr txBox="1">
            <a:spLocks noGrp="1"/>
          </p:cNvSpPr>
          <p:nvPr>
            <p:ph type="subTitle" idx="3"/>
          </p:nvPr>
        </p:nvSpPr>
        <p:spPr>
          <a:xfrm>
            <a:off x="3418500"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8" name="Google Shape;98;p13"/>
          <p:cNvSpPr txBox="1">
            <a:spLocks noGrp="1"/>
          </p:cNvSpPr>
          <p:nvPr>
            <p:ph type="subTitle" idx="4"/>
          </p:nvPr>
        </p:nvSpPr>
        <p:spPr>
          <a:xfrm>
            <a:off x="3418500"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9" name="Google Shape;99;p13"/>
          <p:cNvSpPr txBox="1">
            <a:spLocks noGrp="1"/>
          </p:cNvSpPr>
          <p:nvPr>
            <p:ph type="title" idx="5" hasCustomPrompt="1"/>
          </p:nvPr>
        </p:nvSpPr>
        <p:spPr>
          <a:xfrm>
            <a:off x="9195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a:spLocks noGrp="1"/>
          </p:cNvSpPr>
          <p:nvPr>
            <p:ph type="title" idx="6" hasCustomPrompt="1"/>
          </p:nvPr>
        </p:nvSpPr>
        <p:spPr>
          <a:xfrm>
            <a:off x="3509050"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a:spLocks noGrp="1"/>
          </p:cNvSpPr>
          <p:nvPr>
            <p:ph type="title" idx="7" hasCustomPrompt="1"/>
          </p:nvPr>
        </p:nvSpPr>
        <p:spPr>
          <a:xfrm>
            <a:off x="9195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3"/>
          <p:cNvSpPr txBox="1">
            <a:spLocks noGrp="1"/>
          </p:cNvSpPr>
          <p:nvPr>
            <p:ph type="title" idx="8" hasCustomPrompt="1"/>
          </p:nvPr>
        </p:nvSpPr>
        <p:spPr>
          <a:xfrm>
            <a:off x="35282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subTitle" idx="9"/>
          </p:nvPr>
        </p:nvSpPr>
        <p:spPr>
          <a:xfrm>
            <a:off x="604832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4" name="Google Shape;104;p13"/>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5" name="Google Shape;105;p13"/>
          <p:cNvSpPr txBox="1">
            <a:spLocks noGrp="1"/>
          </p:cNvSpPr>
          <p:nvPr>
            <p:ph type="title" idx="14" hasCustomPrompt="1"/>
          </p:nvPr>
        </p:nvSpPr>
        <p:spPr>
          <a:xfrm>
            <a:off x="61369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title" idx="15" hasCustomPrompt="1"/>
          </p:nvPr>
        </p:nvSpPr>
        <p:spPr>
          <a:xfrm>
            <a:off x="61369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8" name="Google Shape;108;p13"/>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9" name="Google Shape;109;p13"/>
          <p:cNvSpPr txBox="1">
            <a:spLocks noGrp="1"/>
          </p:cNvSpPr>
          <p:nvPr>
            <p:ph type="subTitle" idx="18"/>
          </p:nvPr>
        </p:nvSpPr>
        <p:spPr>
          <a:xfrm>
            <a:off x="3418500"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0" name="Google Shape;110;p13"/>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1" name="Google Shape;111;p13"/>
          <p:cNvSpPr txBox="1">
            <a:spLocks noGrp="1"/>
          </p:cNvSpPr>
          <p:nvPr>
            <p:ph type="subTitle" idx="20"/>
          </p:nvPr>
        </p:nvSpPr>
        <p:spPr>
          <a:xfrm>
            <a:off x="604832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2" name="Google Shape;112;p13"/>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66"/>
        <p:cNvGrpSpPr/>
        <p:nvPr/>
      </p:nvGrpSpPr>
      <p:grpSpPr>
        <a:xfrm>
          <a:off x="0" y="0"/>
          <a:ext cx="0" cy="0"/>
          <a:chOff x="0" y="0"/>
          <a:chExt cx="0" cy="0"/>
        </a:xfrm>
      </p:grpSpPr>
      <p:sp>
        <p:nvSpPr>
          <p:cNvPr id="267" name="Google Shape;267;p28"/>
          <p:cNvSpPr/>
          <p:nvPr/>
        </p:nvSpPr>
        <p:spPr>
          <a:xfrm>
            <a:off x="8240650" y="420432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nvGrpSpPr>
          <p:cNvPr id="268" name="Google Shape;268;p28"/>
          <p:cNvGrpSpPr/>
          <p:nvPr/>
        </p:nvGrpSpPr>
        <p:grpSpPr>
          <a:xfrm>
            <a:off x="232200" y="-49400"/>
            <a:ext cx="8679000" cy="5250800"/>
            <a:chOff x="232200" y="-49400"/>
            <a:chExt cx="8679000" cy="5250800"/>
          </a:xfrm>
        </p:grpSpPr>
        <p:sp>
          <p:nvSpPr>
            <p:cNvPr id="269" name="Google Shape;269;p28"/>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nvGrpSpPr>
            <p:cNvPr id="270" name="Google Shape;270;p28"/>
            <p:cNvGrpSpPr/>
            <p:nvPr/>
          </p:nvGrpSpPr>
          <p:grpSpPr>
            <a:xfrm>
              <a:off x="232200" y="-49400"/>
              <a:ext cx="8679000" cy="5250800"/>
              <a:chOff x="232200" y="-49400"/>
              <a:chExt cx="8679000" cy="5250800"/>
            </a:xfrm>
          </p:grpSpPr>
          <p:cxnSp>
            <p:nvCxnSpPr>
              <p:cNvPr id="271" name="Google Shape;271;p28"/>
              <p:cNvCxnSpPr/>
              <p:nvPr/>
            </p:nvCxnSpPr>
            <p:spPr>
              <a:xfrm rot="10800000">
                <a:off x="232200" y="-49400"/>
                <a:ext cx="0" cy="284100"/>
              </a:xfrm>
              <a:prstGeom prst="straightConnector1">
                <a:avLst/>
              </a:prstGeom>
              <a:noFill/>
              <a:ln w="19050" cap="flat" cmpd="sng">
                <a:solidFill>
                  <a:schemeClr val="dk1"/>
                </a:solidFill>
                <a:prstDash val="solid"/>
                <a:round/>
                <a:headEnd type="none" w="med" len="med"/>
                <a:tailEnd type="none" w="med" len="med"/>
              </a:ln>
            </p:spPr>
          </p:cxnSp>
          <p:cxnSp>
            <p:nvCxnSpPr>
              <p:cNvPr id="272" name="Google Shape;272;p28"/>
              <p:cNvCxnSpPr/>
              <p:nvPr/>
            </p:nvCxnSpPr>
            <p:spPr>
              <a:xfrm rot="10800000">
                <a:off x="8911200" y="4917300"/>
                <a:ext cx="0" cy="284100"/>
              </a:xfrm>
              <a:prstGeom prst="straightConnector1">
                <a:avLst/>
              </a:prstGeom>
              <a:noFill/>
              <a:ln w="19050" cap="flat" cmpd="sng">
                <a:solidFill>
                  <a:schemeClr val="dk1"/>
                </a:solidFill>
                <a:prstDash val="solid"/>
                <a:round/>
                <a:headEnd type="none" w="med" len="med"/>
                <a:tailEnd type="none" w="med" len="med"/>
              </a:ln>
            </p:spPr>
          </p:cxn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73"/>
        <p:cNvGrpSpPr/>
        <p:nvPr/>
      </p:nvGrpSpPr>
      <p:grpSpPr>
        <a:xfrm>
          <a:off x="0" y="0"/>
          <a:ext cx="0" cy="0"/>
          <a:chOff x="0" y="0"/>
          <a:chExt cx="0" cy="0"/>
        </a:xfrm>
      </p:grpSpPr>
      <p:sp>
        <p:nvSpPr>
          <p:cNvPr id="274" name="Google Shape;274;p29"/>
          <p:cNvSpPr/>
          <p:nvPr/>
        </p:nvSpPr>
        <p:spPr>
          <a:xfrm>
            <a:off x="8141975" y="-886575"/>
            <a:ext cx="1861500" cy="1861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grpSp>
        <p:nvGrpSpPr>
          <p:cNvPr id="275" name="Google Shape;275;p29"/>
          <p:cNvGrpSpPr/>
          <p:nvPr/>
        </p:nvGrpSpPr>
        <p:grpSpPr>
          <a:xfrm>
            <a:off x="232200" y="232800"/>
            <a:ext cx="9045000" cy="4975500"/>
            <a:chOff x="232200" y="232800"/>
            <a:chExt cx="9045000" cy="4975500"/>
          </a:xfrm>
        </p:grpSpPr>
        <p:sp>
          <p:nvSpPr>
            <p:cNvPr id="276" name="Google Shape;276;p29"/>
            <p:cNvSpPr/>
            <p:nvPr/>
          </p:nvSpPr>
          <p:spPr>
            <a:xfrm>
              <a:off x="232200" y="232800"/>
              <a:ext cx="8679000" cy="46845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Arial" panose="020B0604020202020204" pitchFamily="34" charset="0"/>
                <a:cs typeface="Arial" panose="020B0604020202020204" pitchFamily="34" charset="0"/>
              </a:endParaRPr>
            </a:p>
          </p:txBody>
        </p:sp>
        <p:cxnSp>
          <p:nvCxnSpPr>
            <p:cNvPr id="277" name="Google Shape;277;p29"/>
            <p:cNvCxnSpPr/>
            <p:nvPr/>
          </p:nvCxnSpPr>
          <p:spPr>
            <a:xfrm>
              <a:off x="8911200" y="232800"/>
              <a:ext cx="366000" cy="0"/>
            </a:xfrm>
            <a:prstGeom prst="straightConnector1">
              <a:avLst/>
            </a:prstGeom>
            <a:noFill/>
            <a:ln w="19050" cap="flat" cmpd="sng">
              <a:solidFill>
                <a:schemeClr val="dk1"/>
              </a:solidFill>
              <a:prstDash val="solid"/>
              <a:round/>
              <a:headEnd type="none" w="med" len="med"/>
              <a:tailEnd type="none" w="med" len="med"/>
            </a:ln>
          </p:spPr>
        </p:cxnSp>
        <p:cxnSp>
          <p:nvCxnSpPr>
            <p:cNvPr id="278" name="Google Shape;278;p29"/>
            <p:cNvCxnSpPr/>
            <p:nvPr/>
          </p:nvCxnSpPr>
          <p:spPr>
            <a:xfrm>
              <a:off x="232200" y="4917300"/>
              <a:ext cx="1200" cy="2910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igtree Black"/>
              <a:buNone/>
              <a:defRPr sz="2800">
                <a:solidFill>
                  <a:schemeClr val="dk1"/>
                </a:solidFill>
                <a:latin typeface="Figtree Black"/>
                <a:ea typeface="Figtree Black"/>
                <a:cs typeface="Figtree Black"/>
                <a:sym typeface="Figtree Black"/>
              </a:defRPr>
            </a:lvl1pPr>
            <a:lvl2pPr lvl="1"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2pPr>
            <a:lvl3pPr lvl="2"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3pPr>
            <a:lvl4pPr lvl="3"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4pPr>
            <a:lvl5pPr lvl="4"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5pPr>
            <a:lvl6pPr lvl="5"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6pPr>
            <a:lvl7pPr lvl="6"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7pPr>
            <a:lvl8pPr lvl="7"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8pPr>
            <a:lvl9pPr lvl="8" rtl="0">
              <a:spcBef>
                <a:spcPts val="0"/>
              </a:spcBef>
              <a:spcAft>
                <a:spcPts val="0"/>
              </a:spcAft>
              <a:buClr>
                <a:schemeClr val="dk1"/>
              </a:buClr>
              <a:buSzPts val="3000"/>
              <a:buFont typeface="Figtree Black"/>
              <a:buNone/>
              <a:defRPr sz="3000">
                <a:solidFill>
                  <a:schemeClr val="dk1"/>
                </a:solidFill>
                <a:latin typeface="Figtree Black"/>
                <a:ea typeface="Figtree Black"/>
                <a:cs typeface="Figtree Black"/>
                <a:sym typeface="Figtree Black"/>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1pPr>
            <a:lvl2pPr marL="914400" lvl="1"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2pPr>
            <a:lvl3pPr marL="1371600" lvl="2"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3pPr>
            <a:lvl4pPr marL="1828800" lvl="3"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4pPr>
            <a:lvl5pPr marL="2286000" lvl="4"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5pPr>
            <a:lvl6pPr marL="2743200" lvl="5"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6pPr>
            <a:lvl7pPr marL="3200400" lvl="6"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7pPr>
            <a:lvl8pPr marL="3657600" lvl="7"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8pPr>
            <a:lvl9pPr marL="4114800" lvl="8" indent="-317500">
              <a:lnSpc>
                <a:spcPct val="115000"/>
              </a:lnSpc>
              <a:spcBef>
                <a:spcPts val="0"/>
              </a:spcBef>
              <a:spcAft>
                <a:spcPts val="0"/>
              </a:spcAft>
              <a:buClr>
                <a:schemeClr val="dk1"/>
              </a:buClr>
              <a:buSzPts val="1400"/>
              <a:buFont typeface="Hanken Grotesk"/>
              <a:buChar char="■"/>
              <a:defRPr>
                <a:solidFill>
                  <a:schemeClr val="dk1"/>
                </a:solidFill>
                <a:latin typeface="Hanken Grotesk"/>
                <a:ea typeface="Hanken Grotesk"/>
                <a:cs typeface="Hanken Grotesk"/>
                <a:sym typeface="Hanken Grotesk"/>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5" r:id="rId3"/>
    <p:sldLayoutId id="2147483658" r:id="rId4"/>
    <p:sldLayoutId id="2147483659" r:id="rId5"/>
    <p:sldLayoutId id="2147483674" r:id="rId6"/>
    <p:sldLayoutId id="214748367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duoccl0-my.sharepoint.com/:v:/g/personal/ni_oses_duocuc_cl/ESCk-8uBrdRGv_rZohEAFxUBgSasCfLggWCuCj-Pb4v80A?e=q5Hg6Y" TargetMode="External"/><Relationship Id="rId6" Type="http://schemas.openxmlformats.org/officeDocument/2006/relationships/hyperlink" Target="https://duoccl0-my.sharepoint.com/:v:/g/personal/ni_oses_duocuc_cl/ESCk-8uBrdRGv_rZohEAFxUBgSasCfLggWCuCj-Pb4v80A?e=xr9sNr" TargetMode="External"/><Relationship Id="rId5" Type="http://schemas.openxmlformats.org/officeDocument/2006/relationships/image" Target="../media/image10.jpe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5" y="1670213"/>
            <a:ext cx="5897400" cy="13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CL"/>
              <a:t>Proyecto “MetroSence”</a:t>
            </a:r>
            <a:endParaRPr/>
          </a:p>
        </p:txBody>
      </p:sp>
      <p:sp>
        <p:nvSpPr>
          <p:cNvPr id="290" name="Google Shape;290;p33"/>
          <p:cNvSpPr txBox="1">
            <a:spLocks noGrp="1"/>
          </p:cNvSpPr>
          <p:nvPr>
            <p:ph type="subTitle" idx="1"/>
          </p:nvPr>
        </p:nvSpPr>
        <p:spPr>
          <a:xfrm>
            <a:off x="1087125" y="2997488"/>
            <a:ext cx="58974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latin typeface="Hanken Grotesk"/>
                <a:ea typeface="Hanken Grotesk"/>
                <a:cs typeface="Hanken Grotesk"/>
                <a:sym typeface="Hanken Grotesk"/>
              </a:rPr>
              <a:t>Presentación Final de Capstone</a:t>
            </a:r>
            <a:endParaRPr>
              <a:latin typeface="Hanken Grotesk"/>
              <a:ea typeface="Hanken Grotesk"/>
              <a:cs typeface="Hanken Grotesk"/>
              <a:sym typeface="Hanken Grotesk"/>
            </a:endParaRPr>
          </a:p>
        </p:txBody>
      </p:sp>
      <p:pic>
        <p:nvPicPr>
          <p:cNvPr id="3" name="Imagen 2">
            <a:extLst>
              <a:ext uri="{FF2B5EF4-FFF2-40B4-BE49-F238E27FC236}">
                <a16:creationId xmlns:a16="http://schemas.microsoft.com/office/drawing/2014/main" id="{E6D130AD-7676-4CEE-A503-9D8B7AB3DE56}"/>
              </a:ext>
            </a:extLst>
          </p:cNvPr>
          <p:cNvPicPr>
            <a:picLocks noChangeAspect="1"/>
          </p:cNvPicPr>
          <p:nvPr/>
        </p:nvPicPr>
        <p:blipFill>
          <a:blip r:embed="rId3"/>
          <a:stretch>
            <a:fillRect/>
          </a:stretch>
        </p:blipFill>
        <p:spPr>
          <a:xfrm>
            <a:off x="5867329" y="652249"/>
            <a:ext cx="2444773" cy="6074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Integrantes del proyecto</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sp>
        <p:nvSpPr>
          <p:cNvPr id="17" name="Google Shape;298;p34">
            <a:extLst>
              <a:ext uri="{FF2B5EF4-FFF2-40B4-BE49-F238E27FC236}">
                <a16:creationId xmlns:a16="http://schemas.microsoft.com/office/drawing/2014/main" id="{BDC44E47-0DE9-4ECC-84BF-71845EFCB67F}"/>
              </a:ext>
            </a:extLst>
          </p:cNvPr>
          <p:cNvSpPr txBox="1"/>
          <p:nvPr/>
        </p:nvSpPr>
        <p:spPr>
          <a:xfrm>
            <a:off x="726775" y="1304075"/>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800">
                <a:solidFill>
                  <a:schemeClr val="dk1"/>
                </a:solidFill>
                <a:latin typeface="Hanken Grotesk"/>
                <a:ea typeface="Hanken Grotesk"/>
                <a:cs typeface="Hanken Grotesk"/>
                <a:sym typeface="Hanken Grotesk"/>
              </a:rPr>
              <a:t>Danilo Morales Figueroa</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sp>
        <p:nvSpPr>
          <p:cNvPr id="5" name="CuadroTexto 4">
            <a:extLst>
              <a:ext uri="{FF2B5EF4-FFF2-40B4-BE49-F238E27FC236}">
                <a16:creationId xmlns:a16="http://schemas.microsoft.com/office/drawing/2014/main" id="{014AE9D0-E163-4BBE-926C-6924F3BBC09E}"/>
              </a:ext>
            </a:extLst>
          </p:cNvPr>
          <p:cNvSpPr txBox="1"/>
          <p:nvPr/>
        </p:nvSpPr>
        <p:spPr>
          <a:xfrm>
            <a:off x="3543300" y="1667435"/>
            <a:ext cx="4873925" cy="2031325"/>
          </a:xfrm>
          <a:prstGeom prst="rect">
            <a:avLst/>
          </a:prstGeom>
          <a:noFill/>
        </p:spPr>
        <p:txBody>
          <a:bodyPr wrap="square" rtlCol="0">
            <a:spAutoFit/>
          </a:bodyPr>
          <a:lstStyle/>
          <a:p>
            <a:pPr marL="285750" indent="-285750">
              <a:buFont typeface="Arial" panose="020B0604020202020204" pitchFamily="34" charset="0"/>
              <a:buChar char="•"/>
            </a:pPr>
            <a:r>
              <a:rPr lang="es-ES" err="1">
                <a:latin typeface="Hanken Grotesk" panose="020B0604020202020204" charset="0"/>
                <a:cs typeface="Arial" panose="020B0604020202020204" pitchFamily="34" charset="0"/>
              </a:rPr>
              <a:t>Product</a:t>
            </a:r>
            <a:r>
              <a:rPr lang="es-ES">
                <a:latin typeface="Hanken Grotesk" panose="020B0604020202020204" charset="0"/>
                <a:cs typeface="Arial" panose="020B0604020202020204" pitchFamily="34" charset="0"/>
              </a:rPr>
              <a:t> </a:t>
            </a:r>
            <a:r>
              <a:rPr lang="es-ES" err="1">
                <a:latin typeface="Hanken Grotesk" panose="020B0604020202020204" charset="0"/>
                <a:cs typeface="Arial" panose="020B0604020202020204" pitchFamily="34" charset="0"/>
              </a:rPr>
              <a:t>Owner</a:t>
            </a:r>
            <a:r>
              <a:rPr lang="es-ES">
                <a:latin typeface="Hanken Grotesk" panose="020B0604020202020204" charset="0"/>
                <a:cs typeface="Arial" panose="020B0604020202020204" pitchFamily="34" charset="0"/>
              </a:rPr>
              <a:t> / Diseñador UX/UI</a:t>
            </a:r>
          </a:p>
          <a:p>
            <a:endParaRPr lang="es-ES">
              <a:latin typeface="Hanken Grotesk" panose="020B0604020202020204" charset="0"/>
              <a:cs typeface="Arial" panose="020B0604020202020204" pitchFamily="34" charset="0"/>
            </a:endParaRPr>
          </a:p>
          <a:p>
            <a:pPr marL="285750" indent="-285750">
              <a:buFont typeface="Arial" panose="020B0604020202020204" pitchFamily="34" charset="0"/>
              <a:buChar char="•"/>
            </a:pPr>
            <a:r>
              <a:rPr lang="es-ES"/>
              <a:t>Definió las prioridades del proyecto y ordenar las Historias de Usuario según su importancia. Además, como diseñador UX/UI, creó las pantallas y el flujo principal de la app, asegurando que fueran accesibles, fáciles de usar y pensadas para personas no videntes. También colaboró en la documentación y aportó en decisiones de diseño y funcionalidad.</a:t>
            </a:r>
            <a:endParaRPr lang="es-CL">
              <a:latin typeface="Hanken Grotesk" panose="020B0604020202020204" charset="0"/>
              <a:cs typeface="Arial" panose="020B0604020202020204" pitchFamily="34" charset="0"/>
            </a:endParaRPr>
          </a:p>
        </p:txBody>
      </p:sp>
      <p:pic>
        <p:nvPicPr>
          <p:cNvPr id="3" name="Imagen 2" descr="Imagen en blanco y negro de un joven sentado en una silla&#10;&#10;El contenido generado por IA puede ser incorrecto.">
            <a:extLst>
              <a:ext uri="{FF2B5EF4-FFF2-40B4-BE49-F238E27FC236}">
                <a16:creationId xmlns:a16="http://schemas.microsoft.com/office/drawing/2014/main" id="{B207D724-1A50-F8AF-6D8A-6A07904BCA03}"/>
              </a:ext>
            </a:extLst>
          </p:cNvPr>
          <p:cNvPicPr>
            <a:picLocks noChangeAspect="1"/>
          </p:cNvPicPr>
          <p:nvPr/>
        </p:nvPicPr>
        <p:blipFill>
          <a:blip r:embed="rId4"/>
          <a:srcRect l="12238" t="23196" b="34330"/>
          <a:stretch>
            <a:fillRect/>
          </a:stretch>
        </p:blipFill>
        <p:spPr>
          <a:xfrm>
            <a:off x="719979" y="1929045"/>
            <a:ext cx="2578821" cy="21846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Integrantes del proyecto</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sp>
        <p:nvSpPr>
          <p:cNvPr id="17" name="Google Shape;298;p34">
            <a:extLst>
              <a:ext uri="{FF2B5EF4-FFF2-40B4-BE49-F238E27FC236}">
                <a16:creationId xmlns:a16="http://schemas.microsoft.com/office/drawing/2014/main" id="{BDC44E47-0DE9-4ECC-84BF-71845EFCB67F}"/>
              </a:ext>
            </a:extLst>
          </p:cNvPr>
          <p:cNvSpPr txBox="1"/>
          <p:nvPr/>
        </p:nvSpPr>
        <p:spPr>
          <a:xfrm>
            <a:off x="726775" y="1304075"/>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800">
                <a:solidFill>
                  <a:schemeClr val="dk1"/>
                </a:solidFill>
                <a:latin typeface="Hanken Grotesk"/>
                <a:ea typeface="Hanken Grotesk"/>
                <a:cs typeface="Hanken Grotesk"/>
                <a:sym typeface="Hanken Grotesk"/>
              </a:rPr>
              <a:t>Nicolás Oses Pérez</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sp>
        <p:nvSpPr>
          <p:cNvPr id="5" name="CuadroTexto 4">
            <a:extLst>
              <a:ext uri="{FF2B5EF4-FFF2-40B4-BE49-F238E27FC236}">
                <a16:creationId xmlns:a16="http://schemas.microsoft.com/office/drawing/2014/main" id="{014AE9D0-E163-4BBE-926C-6924F3BBC09E}"/>
              </a:ext>
            </a:extLst>
          </p:cNvPr>
          <p:cNvSpPr txBox="1"/>
          <p:nvPr/>
        </p:nvSpPr>
        <p:spPr>
          <a:xfrm>
            <a:off x="3543300" y="1667435"/>
            <a:ext cx="4873925" cy="203132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ES">
                <a:latin typeface="Hanken Grotesk"/>
              </a:rPr>
              <a:t>Desarrollador Full </a:t>
            </a:r>
            <a:r>
              <a:rPr lang="es-ES" err="1">
                <a:latin typeface="Hanken Grotesk"/>
              </a:rPr>
              <a:t>Stack</a:t>
            </a:r>
            <a:r>
              <a:rPr lang="es-ES">
                <a:latin typeface="Hanken Grotesk"/>
              </a:rPr>
              <a:t> / Analista</a:t>
            </a:r>
            <a:endParaRPr lang="es-ES"/>
          </a:p>
          <a:p>
            <a:endParaRPr lang="es-ES">
              <a:latin typeface="Hanken Grotesk" panose="020B0604020202020204" charset="0"/>
              <a:cs typeface="Arial" panose="020B0604020202020204" pitchFamily="34" charset="0"/>
            </a:endParaRPr>
          </a:p>
          <a:p>
            <a:pPr marL="285750" indent="-285750">
              <a:buFont typeface="Arial" panose="020B0604020202020204" pitchFamily="34" charset="0"/>
              <a:buChar char="•"/>
            </a:pPr>
            <a:r>
              <a:rPr lang="es-ES"/>
              <a:t>Responsable principal del desarrollo técnico. Programó la mayoría de las funciones, conectó el flujo completo de la aplicación y resolvió problemas de compatibilidad y lógica. Como analista funcional, revisó las HU, confirmó que cada una tuviera sentido dentro del proyecto y ayudó a traducirlas en funciones reales y estables.</a:t>
            </a:r>
            <a:endParaRPr lang="es-ES">
              <a:latin typeface="Hanken Grotesk" panose="020B0604020202020204" charset="0"/>
              <a:cs typeface="Arial" panose="020B0604020202020204" pitchFamily="34" charset="0"/>
            </a:endParaRPr>
          </a:p>
        </p:txBody>
      </p:sp>
      <p:pic>
        <p:nvPicPr>
          <p:cNvPr id="3" name="Imagen 2">
            <a:extLst>
              <a:ext uri="{FF2B5EF4-FFF2-40B4-BE49-F238E27FC236}">
                <a16:creationId xmlns:a16="http://schemas.microsoft.com/office/drawing/2014/main" id="{6FF599C7-C6B7-4D96-A131-CBBC612378CD}"/>
              </a:ext>
            </a:extLst>
          </p:cNvPr>
          <p:cNvPicPr>
            <a:picLocks noChangeAspect="1"/>
          </p:cNvPicPr>
          <p:nvPr/>
        </p:nvPicPr>
        <p:blipFill>
          <a:blip r:embed="rId4"/>
          <a:stretch>
            <a:fillRect/>
          </a:stretch>
        </p:blipFill>
        <p:spPr>
          <a:xfrm>
            <a:off x="727689" y="1818248"/>
            <a:ext cx="2629636" cy="2646175"/>
          </a:xfrm>
          <a:prstGeom prst="rect">
            <a:avLst/>
          </a:prstGeom>
        </p:spPr>
      </p:pic>
    </p:spTree>
    <p:extLst>
      <p:ext uri="{BB962C8B-B14F-4D97-AF65-F5344CB8AC3E}">
        <p14:creationId xmlns:p14="http://schemas.microsoft.com/office/powerpoint/2010/main" val="1540745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Integrantes del proyecto</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sp>
        <p:nvSpPr>
          <p:cNvPr id="17" name="Google Shape;298;p34">
            <a:extLst>
              <a:ext uri="{FF2B5EF4-FFF2-40B4-BE49-F238E27FC236}">
                <a16:creationId xmlns:a16="http://schemas.microsoft.com/office/drawing/2014/main" id="{BDC44E47-0DE9-4ECC-84BF-71845EFCB67F}"/>
              </a:ext>
            </a:extLst>
          </p:cNvPr>
          <p:cNvSpPr txBox="1"/>
          <p:nvPr/>
        </p:nvSpPr>
        <p:spPr>
          <a:xfrm>
            <a:off x="726775" y="1304075"/>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800">
                <a:solidFill>
                  <a:schemeClr val="dk1"/>
                </a:solidFill>
                <a:latin typeface="Hanken Grotesk"/>
                <a:ea typeface="Hanken Grotesk"/>
                <a:cs typeface="Hanken Grotesk"/>
                <a:sym typeface="Hanken Grotesk"/>
              </a:rPr>
              <a:t>Agustín Quezada Morales</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sp>
        <p:nvSpPr>
          <p:cNvPr id="5" name="CuadroTexto 4">
            <a:extLst>
              <a:ext uri="{FF2B5EF4-FFF2-40B4-BE49-F238E27FC236}">
                <a16:creationId xmlns:a16="http://schemas.microsoft.com/office/drawing/2014/main" id="{014AE9D0-E163-4BBE-926C-6924F3BBC09E}"/>
              </a:ext>
            </a:extLst>
          </p:cNvPr>
          <p:cNvSpPr txBox="1"/>
          <p:nvPr/>
        </p:nvSpPr>
        <p:spPr>
          <a:xfrm>
            <a:off x="3543300" y="1667435"/>
            <a:ext cx="4873925" cy="2031325"/>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ES" dirty="0">
                <a:latin typeface="Hanken Grotesk"/>
              </a:rPr>
              <a:t>Scrum Master / Desarrollador </a:t>
            </a:r>
            <a:r>
              <a:rPr lang="es-ES" dirty="0" err="1">
                <a:latin typeface="Hanken Grotesk"/>
              </a:rPr>
              <a:t>Frontend</a:t>
            </a:r>
            <a:endParaRPr lang="es-ES" dirty="0">
              <a:latin typeface="Hanken Grotesk"/>
            </a:endParaRPr>
          </a:p>
          <a:p>
            <a:endParaRPr lang="es-ES">
              <a:latin typeface="Hanken Grotesk" panose="020B0604020202020204" charset="0"/>
              <a:cs typeface="Arial" panose="020B0604020202020204" pitchFamily="34" charset="0"/>
            </a:endParaRPr>
          </a:p>
          <a:p>
            <a:pPr marL="285750" indent="-285750">
              <a:buFont typeface="Arial" panose="020B0604020202020204" pitchFamily="34" charset="0"/>
              <a:buChar char="•"/>
            </a:pPr>
            <a:r>
              <a:rPr lang="es-ES" dirty="0"/>
              <a:t>Responsable de la organización del equipo con la metodología </a:t>
            </a:r>
            <a:r>
              <a:rPr lang="es-ES" dirty="0" err="1"/>
              <a:t>Scrumban</a:t>
            </a:r>
            <a:r>
              <a:rPr lang="es-ES" dirty="0"/>
              <a:t>, manteniendo el tablero Kanban actualizado, ayudando a priorizar tareas y asegurando un avance ordenado. También elaboró parte de la documentación y apoyó en el desarrollo </a:t>
            </a:r>
            <a:r>
              <a:rPr lang="es-ES" dirty="0" err="1"/>
              <a:t>Frontend</a:t>
            </a:r>
            <a:r>
              <a:rPr lang="es-ES" dirty="0"/>
              <a:t> ajustando pantallas, probando el flujo y asegurando coherencia visual y funcional.</a:t>
            </a:r>
            <a:endParaRPr lang="es-CL" dirty="0">
              <a:latin typeface="Hanken Grotesk" panose="020B0604020202020204" charset="0"/>
              <a:cs typeface="Arial" panose="020B0604020202020204" pitchFamily="34" charset="0"/>
            </a:endParaRPr>
          </a:p>
        </p:txBody>
      </p:sp>
      <p:pic>
        <p:nvPicPr>
          <p:cNvPr id="3" name="Imagen 2">
            <a:extLst>
              <a:ext uri="{FF2B5EF4-FFF2-40B4-BE49-F238E27FC236}">
                <a16:creationId xmlns:a16="http://schemas.microsoft.com/office/drawing/2014/main" id="{1A5A0B64-A8BC-414D-9B42-9D33CAB9F7BB}"/>
              </a:ext>
            </a:extLst>
          </p:cNvPr>
          <p:cNvPicPr>
            <a:picLocks noChangeAspect="1"/>
          </p:cNvPicPr>
          <p:nvPr/>
        </p:nvPicPr>
        <p:blipFill rotWithShape="1">
          <a:blip r:embed="rId4"/>
          <a:srcRect l="11054" r="11661" b="46144"/>
          <a:stretch/>
        </p:blipFill>
        <p:spPr>
          <a:xfrm>
            <a:off x="708253" y="1876775"/>
            <a:ext cx="2649072" cy="2770094"/>
          </a:xfrm>
          <a:prstGeom prst="rect">
            <a:avLst/>
          </a:prstGeom>
        </p:spPr>
      </p:pic>
    </p:spTree>
    <p:extLst>
      <p:ext uri="{BB962C8B-B14F-4D97-AF65-F5344CB8AC3E}">
        <p14:creationId xmlns:p14="http://schemas.microsoft.com/office/powerpoint/2010/main" val="4163887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59" name="Google Shape;295;p34">
            <a:extLst>
              <a:ext uri="{FF2B5EF4-FFF2-40B4-BE49-F238E27FC236}">
                <a16:creationId xmlns:a16="http://schemas.microsoft.com/office/drawing/2014/main" id="{FB45CFFA-FB36-43B3-927D-D6E86F0B7C15}"/>
              </a:ext>
            </a:extLst>
          </p:cNvPr>
          <p:cNvSpPr txBox="1">
            <a:spLocks/>
          </p:cNvSpPr>
          <p:nvPr/>
        </p:nvSpPr>
        <p:spPr>
          <a:xfrm>
            <a:off x="726775" y="731375"/>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s-CL"/>
              <a:t>Descripción del proyecto</a:t>
            </a:r>
          </a:p>
        </p:txBody>
      </p:sp>
      <p:sp>
        <p:nvSpPr>
          <p:cNvPr id="60" name="Google Shape;298;p34">
            <a:extLst>
              <a:ext uri="{FF2B5EF4-FFF2-40B4-BE49-F238E27FC236}">
                <a16:creationId xmlns:a16="http://schemas.microsoft.com/office/drawing/2014/main" id="{FF509FA5-D0A5-4A68-9654-4CE104568777}"/>
              </a:ext>
            </a:extLst>
          </p:cNvPr>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61" name="Imagen 60">
            <a:extLst>
              <a:ext uri="{FF2B5EF4-FFF2-40B4-BE49-F238E27FC236}">
                <a16:creationId xmlns:a16="http://schemas.microsoft.com/office/drawing/2014/main" id="{6A907115-25CC-4CCE-A210-BAFE7A48DD54}"/>
              </a:ext>
            </a:extLst>
          </p:cNvPr>
          <p:cNvPicPr>
            <a:picLocks noChangeAspect="1"/>
          </p:cNvPicPr>
          <p:nvPr/>
        </p:nvPicPr>
        <p:blipFill>
          <a:blip r:embed="rId3"/>
          <a:stretch>
            <a:fillRect/>
          </a:stretch>
        </p:blipFill>
        <p:spPr>
          <a:xfrm>
            <a:off x="6284187" y="335841"/>
            <a:ext cx="2444773" cy="607489"/>
          </a:xfrm>
          <a:prstGeom prst="rect">
            <a:avLst/>
          </a:prstGeom>
        </p:spPr>
      </p:pic>
      <p:sp>
        <p:nvSpPr>
          <p:cNvPr id="38" name="CuadroTexto 37">
            <a:extLst>
              <a:ext uri="{FF2B5EF4-FFF2-40B4-BE49-F238E27FC236}">
                <a16:creationId xmlns:a16="http://schemas.microsoft.com/office/drawing/2014/main" id="{3D0A1B41-2FCA-41D0-A1B1-DAAD975BE234}"/>
              </a:ext>
            </a:extLst>
          </p:cNvPr>
          <p:cNvSpPr txBox="1"/>
          <p:nvPr/>
        </p:nvSpPr>
        <p:spPr>
          <a:xfrm>
            <a:off x="726775" y="1751812"/>
            <a:ext cx="3133165" cy="2631490"/>
          </a:xfrm>
          <a:prstGeom prst="rect">
            <a:avLst/>
          </a:prstGeom>
          <a:noFill/>
          <a:ln>
            <a:solidFill>
              <a:srgbClr val="333333"/>
            </a:solidFill>
          </a:ln>
        </p:spPr>
        <p:txBody>
          <a:bodyPr wrap="square" lIns="91440" tIns="45720" rIns="91440" bIns="45720" rtlCol="0" anchor="t">
            <a:spAutoFit/>
          </a:bodyPr>
          <a:lstStyle/>
          <a:p>
            <a:pPr algn="just"/>
            <a:r>
              <a:rPr lang="es-ES" sz="1100">
                <a:latin typeface="Arial" panose="020B0604020202020204" pitchFamily="34" charset="0"/>
                <a:cs typeface="Arial" panose="020B0604020202020204" pitchFamily="34" charset="0"/>
              </a:rPr>
              <a:t>Las personas no videntes que utilizan el Metro de Santiago enfrentan diariamente un sistema que no ofrece información accesible ni guía en tiempo real, lo que dificulta su orientación dentro de estaciones complejas y las obliga a depender de desconocidos para ubicarse, elegir el acceso correcto o identificar la dirección del tren. Esta falta de apoyo genera inseguridad, riesgo de accidentes, pérdida de autonomía y una experiencia de viaje estresante y poco inclusiva. Sin una herramienta que entregue orientación clara y adaptada a sus necesidades, desplazarse por el transporte público se vuelve una tarea incierta, lenta y peligrosa.</a:t>
            </a:r>
            <a:endParaRPr lang="es-CL" sz="1100">
              <a:latin typeface="Arial" panose="020B0604020202020204" pitchFamily="34" charset="0"/>
              <a:cs typeface="Arial" panose="020B0604020202020204" pitchFamily="34" charset="0"/>
            </a:endParaRPr>
          </a:p>
        </p:txBody>
      </p:sp>
      <p:sp>
        <p:nvSpPr>
          <p:cNvPr id="63" name="CuadroTexto 62">
            <a:extLst>
              <a:ext uri="{FF2B5EF4-FFF2-40B4-BE49-F238E27FC236}">
                <a16:creationId xmlns:a16="http://schemas.microsoft.com/office/drawing/2014/main" id="{8CF397A1-D153-4655-B705-2914FE6BEDC8}"/>
              </a:ext>
            </a:extLst>
          </p:cNvPr>
          <p:cNvSpPr txBox="1"/>
          <p:nvPr/>
        </p:nvSpPr>
        <p:spPr>
          <a:xfrm>
            <a:off x="5317677" y="1751812"/>
            <a:ext cx="3133165" cy="2708434"/>
          </a:xfrm>
          <a:prstGeom prst="rect">
            <a:avLst/>
          </a:prstGeom>
          <a:noFill/>
          <a:ln>
            <a:solidFill>
              <a:srgbClr val="333333"/>
            </a:solidFill>
          </a:ln>
        </p:spPr>
        <p:txBody>
          <a:bodyPr wrap="square" lIns="91440" tIns="45720" rIns="91440" bIns="45720" rtlCol="0" anchor="t">
            <a:spAutoFit/>
          </a:bodyPr>
          <a:lstStyle/>
          <a:p>
            <a:pPr algn="just"/>
            <a:r>
              <a:rPr lang="es-ES" sz="1000"/>
              <a:t>La solución propuesta es </a:t>
            </a:r>
            <a:r>
              <a:rPr lang="es-ES" sz="1000" err="1"/>
              <a:t>MetroSence</a:t>
            </a:r>
            <a:r>
              <a:rPr lang="es-ES" sz="1000"/>
              <a:t>, una aplicación móvil diseñada para brindar autonomía y seguridad a personas no videntes en el Metro de Santiago mediante orientación guiada por voz y reconocimiento inteligente. La app identifica la estación, el acceso y la dirección del tren; entrega instrucciones claras paso a paso; permite confirmar rutas mediante comandos de voz; y utiliza tecnologías como visión computacional, textos hablados (TTS), asistentes de voz y una interfaz accesible para guiar al usuario dentro de la estación con precisión. </a:t>
            </a:r>
            <a:r>
              <a:rPr lang="es-ES" sz="1000" err="1"/>
              <a:t>MetroSence</a:t>
            </a:r>
            <a:r>
              <a:rPr lang="es-ES" sz="1000"/>
              <a:t> transforma la experiencia de viaje en un proceso independiente, seguro y confiable, reduciendo la necesidad de pedir ayuda y permitiendo que las personas no videntes se desplacen por el metro de forma más inclusiva y libre.</a:t>
            </a:r>
            <a:endParaRPr lang="es-CL" sz="1000"/>
          </a:p>
        </p:txBody>
      </p:sp>
      <p:sp>
        <p:nvSpPr>
          <p:cNvPr id="64" name="Google Shape;295;p34">
            <a:extLst>
              <a:ext uri="{FF2B5EF4-FFF2-40B4-BE49-F238E27FC236}">
                <a16:creationId xmlns:a16="http://schemas.microsoft.com/office/drawing/2014/main" id="{6C46B86D-E00E-42EF-AB2F-81A2A13DC0CE}"/>
              </a:ext>
            </a:extLst>
          </p:cNvPr>
          <p:cNvSpPr txBox="1">
            <a:spLocks/>
          </p:cNvSpPr>
          <p:nvPr/>
        </p:nvSpPr>
        <p:spPr>
          <a:xfrm>
            <a:off x="726775" y="1304075"/>
            <a:ext cx="141685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s-CL" sz="2000"/>
              <a:t>Problema</a:t>
            </a:r>
            <a:endParaRPr lang="es-CL"/>
          </a:p>
        </p:txBody>
      </p:sp>
      <p:sp>
        <p:nvSpPr>
          <p:cNvPr id="65" name="Google Shape;295;p34">
            <a:extLst>
              <a:ext uri="{FF2B5EF4-FFF2-40B4-BE49-F238E27FC236}">
                <a16:creationId xmlns:a16="http://schemas.microsoft.com/office/drawing/2014/main" id="{57B71DF8-FF73-4E0A-BDAD-E5CD1F6D1BD6}"/>
              </a:ext>
            </a:extLst>
          </p:cNvPr>
          <p:cNvSpPr txBox="1">
            <a:spLocks/>
          </p:cNvSpPr>
          <p:nvPr/>
        </p:nvSpPr>
        <p:spPr>
          <a:xfrm>
            <a:off x="5284062" y="1304075"/>
            <a:ext cx="286731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s-CL" sz="2000"/>
              <a:t>Propuesta de solución</a:t>
            </a:r>
            <a:endParaRPr lang="es-CL"/>
          </a:p>
        </p:txBody>
      </p:sp>
      <p:sp>
        <p:nvSpPr>
          <p:cNvPr id="39" name="Flecha: a la derecha 38">
            <a:extLst>
              <a:ext uri="{FF2B5EF4-FFF2-40B4-BE49-F238E27FC236}">
                <a16:creationId xmlns:a16="http://schemas.microsoft.com/office/drawing/2014/main" id="{09195CAE-E6DA-4E98-A48F-F439FFBB123E}"/>
              </a:ext>
            </a:extLst>
          </p:cNvPr>
          <p:cNvSpPr/>
          <p:nvPr/>
        </p:nvSpPr>
        <p:spPr>
          <a:xfrm>
            <a:off x="4094629" y="3067557"/>
            <a:ext cx="988359" cy="484094"/>
          </a:xfrm>
          <a:prstGeom prst="rightArrow">
            <a:avLst>
              <a:gd name="adj1" fmla="val 50000"/>
              <a:gd name="adj2" fmla="val 108334"/>
            </a:avLst>
          </a:prstGeom>
          <a:solidFill>
            <a:srgbClr val="333333"/>
          </a:solidFill>
          <a:ln>
            <a:solidFill>
              <a:srgbClr val="3333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60" name="Google Shape;298;p34">
            <a:extLst>
              <a:ext uri="{FF2B5EF4-FFF2-40B4-BE49-F238E27FC236}">
                <a16:creationId xmlns:a16="http://schemas.microsoft.com/office/drawing/2014/main" id="{FF509FA5-D0A5-4A68-9654-4CE104568777}"/>
              </a:ext>
            </a:extLst>
          </p:cNvPr>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61" name="Imagen 60">
            <a:extLst>
              <a:ext uri="{FF2B5EF4-FFF2-40B4-BE49-F238E27FC236}">
                <a16:creationId xmlns:a16="http://schemas.microsoft.com/office/drawing/2014/main" id="{6A907115-25CC-4CCE-A210-BAFE7A48DD54}"/>
              </a:ext>
            </a:extLst>
          </p:cNvPr>
          <p:cNvPicPr>
            <a:picLocks noChangeAspect="1"/>
          </p:cNvPicPr>
          <p:nvPr/>
        </p:nvPicPr>
        <p:blipFill>
          <a:blip r:embed="rId3"/>
          <a:stretch>
            <a:fillRect/>
          </a:stretch>
        </p:blipFill>
        <p:spPr>
          <a:xfrm>
            <a:off x="6284187" y="335841"/>
            <a:ext cx="2444773" cy="607489"/>
          </a:xfrm>
          <a:prstGeom prst="rect">
            <a:avLst/>
          </a:prstGeom>
        </p:spPr>
      </p:pic>
      <p:sp>
        <p:nvSpPr>
          <p:cNvPr id="38" name="CuadroTexto 37">
            <a:extLst>
              <a:ext uri="{FF2B5EF4-FFF2-40B4-BE49-F238E27FC236}">
                <a16:creationId xmlns:a16="http://schemas.microsoft.com/office/drawing/2014/main" id="{3D0A1B41-2FCA-41D0-A1B1-DAAD975BE234}"/>
              </a:ext>
            </a:extLst>
          </p:cNvPr>
          <p:cNvSpPr txBox="1"/>
          <p:nvPr/>
        </p:nvSpPr>
        <p:spPr>
          <a:xfrm>
            <a:off x="1294277" y="1532629"/>
            <a:ext cx="6589062" cy="577081"/>
          </a:xfrm>
          <a:prstGeom prst="rect">
            <a:avLst/>
          </a:prstGeom>
          <a:noFill/>
          <a:ln>
            <a:solidFill>
              <a:srgbClr val="333333"/>
            </a:solidFill>
          </a:ln>
        </p:spPr>
        <p:txBody>
          <a:bodyPr wrap="square" lIns="91440" tIns="45720" rIns="91440" bIns="45720" rtlCol="0" anchor="t">
            <a:spAutoFit/>
          </a:bodyPr>
          <a:lstStyle/>
          <a:p>
            <a:r>
              <a:rPr lang="es-CL" sz="1050"/>
              <a:t>Desarrollar una aplicación móvil accesible que entregue orientación guiada, en tiempo real, a personas no videntes dentro del metro de Santiago, utilizando voz e identificación de objetos en tiempo real, mejorando su autonomía, seguridad y experiencia de desplazamiento en el transporte público.</a:t>
            </a:r>
          </a:p>
        </p:txBody>
      </p:sp>
      <p:sp>
        <p:nvSpPr>
          <p:cNvPr id="64" name="Google Shape;295;p34">
            <a:extLst>
              <a:ext uri="{FF2B5EF4-FFF2-40B4-BE49-F238E27FC236}">
                <a16:creationId xmlns:a16="http://schemas.microsoft.com/office/drawing/2014/main" id="{6C46B86D-E00E-42EF-AB2F-81A2A13DC0CE}"/>
              </a:ext>
            </a:extLst>
          </p:cNvPr>
          <p:cNvSpPr txBox="1">
            <a:spLocks/>
          </p:cNvSpPr>
          <p:nvPr/>
        </p:nvSpPr>
        <p:spPr>
          <a:xfrm>
            <a:off x="3469792" y="870436"/>
            <a:ext cx="223803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s-CL" sz="2000"/>
              <a:t>Objetivo General</a:t>
            </a:r>
            <a:endParaRPr lang="es-CL"/>
          </a:p>
        </p:txBody>
      </p:sp>
      <p:sp>
        <p:nvSpPr>
          <p:cNvPr id="10" name="Google Shape;295;p34">
            <a:extLst>
              <a:ext uri="{FF2B5EF4-FFF2-40B4-BE49-F238E27FC236}">
                <a16:creationId xmlns:a16="http://schemas.microsoft.com/office/drawing/2014/main" id="{17564AFE-7824-4261-A2ED-D773482DA4A7}"/>
              </a:ext>
            </a:extLst>
          </p:cNvPr>
          <p:cNvSpPr txBox="1">
            <a:spLocks/>
          </p:cNvSpPr>
          <p:nvPr/>
        </p:nvSpPr>
        <p:spPr>
          <a:xfrm>
            <a:off x="3173206" y="2285400"/>
            <a:ext cx="283120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s-CL" sz="2000"/>
              <a:t>Objetivos Específicos</a:t>
            </a:r>
            <a:endParaRPr lang="es-CL"/>
          </a:p>
        </p:txBody>
      </p:sp>
      <p:sp>
        <p:nvSpPr>
          <p:cNvPr id="11" name="CuadroTexto 10">
            <a:extLst>
              <a:ext uri="{FF2B5EF4-FFF2-40B4-BE49-F238E27FC236}">
                <a16:creationId xmlns:a16="http://schemas.microsoft.com/office/drawing/2014/main" id="{565E87F0-92D6-4E7E-81E1-D6271C2DC3E6}"/>
              </a:ext>
            </a:extLst>
          </p:cNvPr>
          <p:cNvSpPr txBox="1"/>
          <p:nvPr/>
        </p:nvSpPr>
        <p:spPr>
          <a:xfrm>
            <a:off x="1294277" y="2940784"/>
            <a:ext cx="6589062" cy="1061829"/>
          </a:xfrm>
          <a:prstGeom prst="rect">
            <a:avLst/>
          </a:prstGeom>
          <a:noFill/>
          <a:ln>
            <a:solidFill>
              <a:srgbClr val="333333"/>
            </a:solidFill>
          </a:ln>
        </p:spPr>
        <p:txBody>
          <a:bodyPr wrap="square" lIns="91440" tIns="45720" rIns="91440" bIns="45720" rtlCol="0" anchor="t">
            <a:spAutoFit/>
          </a:bodyPr>
          <a:lstStyle/>
          <a:p>
            <a:pPr algn="just"/>
            <a:r>
              <a:rPr lang="es-ES" sz="1050" dirty="0"/>
              <a:t>Entregar orientación auditiva precisa para identificar accesos, andenes, líneas y direcciones dentro del Metro de Santiago; incorporar comandos y confirmaciones por voz que permitan una navegación totalmente accesible; integrar tecnologías de reconocimiento y visión computacional para detectar elementos clave del entorno; diseñar una interfaz simple e intuitiva adaptada a personas no videntes; reducir la dependencia de terceros durante el desplazamiento y validar el funcionamiento de la aplicación en escenarios reales para asegurar su eficacia, seguridad y autonomía para los usuarios.</a:t>
            </a:r>
            <a:endParaRPr lang="es-CL" sz="1050"/>
          </a:p>
        </p:txBody>
      </p:sp>
    </p:spTree>
    <p:extLst>
      <p:ext uri="{BB962C8B-B14F-4D97-AF65-F5344CB8AC3E}">
        <p14:creationId xmlns:p14="http://schemas.microsoft.com/office/powerpoint/2010/main" val="2849412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Alcances y limitaciones</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sp>
        <p:nvSpPr>
          <p:cNvPr id="2" name="CuadroTexto 1">
            <a:extLst>
              <a:ext uri="{FF2B5EF4-FFF2-40B4-BE49-F238E27FC236}">
                <a16:creationId xmlns:a16="http://schemas.microsoft.com/office/drawing/2014/main" id="{75764524-1FE7-4250-88CB-50B0D36046EE}"/>
              </a:ext>
            </a:extLst>
          </p:cNvPr>
          <p:cNvSpPr txBox="1"/>
          <p:nvPr/>
        </p:nvSpPr>
        <p:spPr>
          <a:xfrm>
            <a:off x="659259" y="1459005"/>
            <a:ext cx="7825481" cy="1061829"/>
          </a:xfrm>
          <a:prstGeom prst="rect">
            <a:avLst/>
          </a:prstGeom>
          <a:noFill/>
        </p:spPr>
        <p:txBody>
          <a:bodyPr wrap="square" lIns="91440" tIns="45720" rIns="91440" bIns="45720" rtlCol="0" anchor="t">
            <a:spAutoFit/>
          </a:bodyPr>
          <a:lstStyle/>
          <a:p>
            <a:pPr algn="just"/>
            <a:r>
              <a:rPr lang="es-ES" sz="1050"/>
              <a:t>Nuestro alcance incluye el desarrollo de una aplicación móvil accesible enfocada en guiar a personas no videntes dentro del Metro de Santiago mediante orientación auditiva clara, comandos y confirmaciones por voz, y detección inteligente del entorno. La solución contempla el flujo completo de navegación, desde la selección de estación y acceso hasta la confirmación de dirección, integrando tecnologías como TTS, reconocimiento por voz (STT) y visión computacional. Además, se busca mejorar la autonomía del usuario ofreciendo una interfaz simple, segura y adaptada a sus necesidades, cubriendo las estaciones y funciones más relevantes del sistema de transporte.</a:t>
            </a:r>
            <a:endParaRPr lang="es-CL" sz="1050"/>
          </a:p>
        </p:txBody>
      </p:sp>
      <p:sp>
        <p:nvSpPr>
          <p:cNvPr id="3" name="CuadroTexto 2">
            <a:extLst>
              <a:ext uri="{FF2B5EF4-FFF2-40B4-BE49-F238E27FC236}">
                <a16:creationId xmlns:a16="http://schemas.microsoft.com/office/drawing/2014/main" id="{0B689785-0FC6-4A69-B3B2-AB98A0D4EC6C}"/>
              </a:ext>
            </a:extLst>
          </p:cNvPr>
          <p:cNvSpPr txBox="1"/>
          <p:nvPr/>
        </p:nvSpPr>
        <p:spPr>
          <a:xfrm>
            <a:off x="659258" y="2783542"/>
            <a:ext cx="7825481" cy="900246"/>
          </a:xfrm>
          <a:prstGeom prst="rect">
            <a:avLst/>
          </a:prstGeom>
          <a:noFill/>
        </p:spPr>
        <p:txBody>
          <a:bodyPr wrap="square" lIns="91440" tIns="45720" rIns="91440" bIns="45720" rtlCol="0" anchor="t">
            <a:spAutoFit/>
          </a:bodyPr>
          <a:lstStyle/>
          <a:p>
            <a:pPr algn="just"/>
            <a:r>
              <a:rPr lang="es-ES" sz="1050">
                <a:latin typeface="Arial" panose="020B0604020202020204" pitchFamily="34" charset="0"/>
                <a:cs typeface="Arial" panose="020B0604020202020204" pitchFamily="34" charset="0"/>
              </a:rPr>
              <a:t>Entre las principales limitaciones, nuestra aplicación depende de la conectividad disponible en las estaciones, lo que podría afectar el acceso a datos o funciones en lugares con señal débil. La precisión del reconocimiento visual puede variar según las condiciones de luz, ruido o movimiento dentro del metro, y la cobertura inicial del sistema se encuentra restringida a estaciones o elementos previamente mapeados. Además, la aplicación no sustituye la asistencia humana en situaciones de emergencia y podría presentar dificultades en entornos extremadamente ruidosos que afecten el uso de comandos de voz.</a:t>
            </a:r>
            <a:endParaRPr lang="es-C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8785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Metodología de trabajo</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sp>
        <p:nvSpPr>
          <p:cNvPr id="2" name="CuadroTexto 1">
            <a:extLst>
              <a:ext uri="{FF2B5EF4-FFF2-40B4-BE49-F238E27FC236}">
                <a16:creationId xmlns:a16="http://schemas.microsoft.com/office/drawing/2014/main" id="{B94AEB50-43F8-400D-A6BA-E08355DF8508}"/>
              </a:ext>
            </a:extLst>
          </p:cNvPr>
          <p:cNvSpPr txBox="1"/>
          <p:nvPr/>
        </p:nvSpPr>
        <p:spPr>
          <a:xfrm>
            <a:off x="726775" y="1519518"/>
            <a:ext cx="2991969" cy="2677656"/>
          </a:xfrm>
          <a:prstGeom prst="rect">
            <a:avLst/>
          </a:prstGeom>
          <a:noFill/>
        </p:spPr>
        <p:txBody>
          <a:bodyPr wrap="square" lIns="91440" tIns="45720" rIns="91440" bIns="45720" rtlCol="0" anchor="t">
            <a:spAutoFit/>
          </a:bodyPr>
          <a:lstStyle/>
          <a:p>
            <a:pPr algn="just"/>
            <a:r>
              <a:rPr lang="es-ES" sz="1050"/>
              <a:t>Para el desarrollo se utilizó la metodología </a:t>
            </a:r>
            <a:r>
              <a:rPr lang="es-ES" sz="1050" err="1"/>
              <a:t>Scrumban</a:t>
            </a:r>
            <a:r>
              <a:rPr lang="es-ES" sz="1050"/>
              <a:t>, una mezcla entre Scrum y Kanban que permite trabajar de manera ágil, visual y flexible. El equipo mantuvo un tablero Kanban como herramienta principal para organizar y dar seguimiento a las Historias de Usuario (HU), moviéndolas por etapas como Por hacer, En progreso y Finalizado. Cada HU fue definida con un tamaño (nivel de esfuerzo) y una importancia (impacto en el proyecto), lo que permitió priorizar de forma estratégica qué tareas debían entrar primero en los </a:t>
            </a:r>
            <a:r>
              <a:rPr lang="es-ES" sz="1050" err="1"/>
              <a:t>sprints</a:t>
            </a:r>
            <a:r>
              <a:rPr lang="es-ES" sz="1050"/>
              <a:t>. De esta forma, el equipo pudo planificar ciclos cortos, enfocados y realistas, asegurando avances continuos y adaptándose a cambios sin perder el control del flujo de trabajo.</a:t>
            </a:r>
            <a:endParaRPr lang="es-CL" sz="1050"/>
          </a:p>
        </p:txBody>
      </p:sp>
      <p:pic>
        <p:nvPicPr>
          <p:cNvPr id="4" name="Imagen 3" descr="Interfaz de usuario gráfica, Texto, Aplicación, Chat o mensaje de texto&#10;&#10;El contenido generado por IA puede ser incorrecto.">
            <a:extLst>
              <a:ext uri="{FF2B5EF4-FFF2-40B4-BE49-F238E27FC236}">
                <a16:creationId xmlns:a16="http://schemas.microsoft.com/office/drawing/2014/main" id="{6D7870F9-BFBD-7C83-BCDC-2B9E4E45085F}"/>
              </a:ext>
            </a:extLst>
          </p:cNvPr>
          <p:cNvPicPr>
            <a:picLocks noChangeAspect="1"/>
          </p:cNvPicPr>
          <p:nvPr/>
        </p:nvPicPr>
        <p:blipFill>
          <a:blip r:embed="rId4"/>
          <a:srcRect t="9105" r="-87" b="-876"/>
          <a:stretch>
            <a:fillRect/>
          </a:stretch>
        </p:blipFill>
        <p:spPr>
          <a:xfrm>
            <a:off x="3722687" y="1305094"/>
            <a:ext cx="5064135" cy="3069622"/>
          </a:xfrm>
          <a:prstGeom prst="rect">
            <a:avLst/>
          </a:prstGeom>
          <a:ln>
            <a:solidFill>
              <a:schemeClr val="accent1"/>
            </a:solidFill>
          </a:ln>
        </p:spPr>
      </p:pic>
    </p:spTree>
    <p:extLst>
      <p:ext uri="{BB962C8B-B14F-4D97-AF65-F5344CB8AC3E}">
        <p14:creationId xmlns:p14="http://schemas.microsoft.com/office/powerpoint/2010/main" val="2437255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r>
              <a:rPr lang="es-CL" dirty="0" err="1"/>
              <a:t>RoadMap</a:t>
            </a:r>
            <a:r>
              <a:rPr lang="es-CL" dirty="0"/>
              <a:t> para el Desarrollo</a:t>
            </a:r>
            <a:endParaRPr dirty="0"/>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graphicFrame>
        <p:nvGraphicFramePr>
          <p:cNvPr id="2" name="Tabla 1">
            <a:extLst>
              <a:ext uri="{FF2B5EF4-FFF2-40B4-BE49-F238E27FC236}">
                <a16:creationId xmlns:a16="http://schemas.microsoft.com/office/drawing/2014/main" id="{43398411-6E75-4EB9-9BB2-32CDE1956DF3}"/>
              </a:ext>
            </a:extLst>
          </p:cNvPr>
          <p:cNvGraphicFramePr>
            <a:graphicFrameLocks noGrp="1"/>
          </p:cNvGraphicFramePr>
          <p:nvPr>
            <p:extLst>
              <p:ext uri="{D42A27DB-BD31-4B8C-83A1-F6EECF244321}">
                <p14:modId xmlns:p14="http://schemas.microsoft.com/office/powerpoint/2010/main" val="4049153862"/>
              </p:ext>
            </p:extLst>
          </p:nvPr>
        </p:nvGraphicFramePr>
        <p:xfrm>
          <a:off x="635422" y="1338864"/>
          <a:ext cx="7873156" cy="3395900"/>
        </p:xfrm>
        <a:graphic>
          <a:graphicData uri="http://schemas.openxmlformats.org/drawingml/2006/table">
            <a:tbl>
              <a:tblPr/>
              <a:tblGrid>
                <a:gridCol w="772580">
                  <a:extLst>
                    <a:ext uri="{9D8B030D-6E8A-4147-A177-3AD203B41FA5}">
                      <a16:colId xmlns:a16="http://schemas.microsoft.com/office/drawing/2014/main" val="2656860071"/>
                    </a:ext>
                  </a:extLst>
                </a:gridCol>
                <a:gridCol w="922803">
                  <a:extLst>
                    <a:ext uri="{9D8B030D-6E8A-4147-A177-3AD203B41FA5}">
                      <a16:colId xmlns:a16="http://schemas.microsoft.com/office/drawing/2014/main" val="3329862363"/>
                    </a:ext>
                  </a:extLst>
                </a:gridCol>
                <a:gridCol w="383429">
                  <a:extLst>
                    <a:ext uri="{9D8B030D-6E8A-4147-A177-3AD203B41FA5}">
                      <a16:colId xmlns:a16="http://schemas.microsoft.com/office/drawing/2014/main" val="1211656032"/>
                    </a:ext>
                  </a:extLst>
                </a:gridCol>
                <a:gridCol w="321908">
                  <a:extLst>
                    <a:ext uri="{9D8B030D-6E8A-4147-A177-3AD203B41FA5}">
                      <a16:colId xmlns:a16="http://schemas.microsoft.com/office/drawing/2014/main" val="771261275"/>
                    </a:ext>
                  </a:extLst>
                </a:gridCol>
                <a:gridCol w="321908">
                  <a:extLst>
                    <a:ext uri="{9D8B030D-6E8A-4147-A177-3AD203B41FA5}">
                      <a16:colId xmlns:a16="http://schemas.microsoft.com/office/drawing/2014/main" val="2258141977"/>
                    </a:ext>
                  </a:extLst>
                </a:gridCol>
                <a:gridCol w="321908">
                  <a:extLst>
                    <a:ext uri="{9D8B030D-6E8A-4147-A177-3AD203B41FA5}">
                      <a16:colId xmlns:a16="http://schemas.microsoft.com/office/drawing/2014/main" val="1355830565"/>
                    </a:ext>
                  </a:extLst>
                </a:gridCol>
                <a:gridCol w="321908">
                  <a:extLst>
                    <a:ext uri="{9D8B030D-6E8A-4147-A177-3AD203B41FA5}">
                      <a16:colId xmlns:a16="http://schemas.microsoft.com/office/drawing/2014/main" val="4041477743"/>
                    </a:ext>
                  </a:extLst>
                </a:gridCol>
                <a:gridCol w="321908">
                  <a:extLst>
                    <a:ext uri="{9D8B030D-6E8A-4147-A177-3AD203B41FA5}">
                      <a16:colId xmlns:a16="http://schemas.microsoft.com/office/drawing/2014/main" val="1433089701"/>
                    </a:ext>
                  </a:extLst>
                </a:gridCol>
                <a:gridCol w="321908">
                  <a:extLst>
                    <a:ext uri="{9D8B030D-6E8A-4147-A177-3AD203B41FA5}">
                      <a16:colId xmlns:a16="http://schemas.microsoft.com/office/drawing/2014/main" val="970958929"/>
                    </a:ext>
                  </a:extLst>
                </a:gridCol>
                <a:gridCol w="321908">
                  <a:extLst>
                    <a:ext uri="{9D8B030D-6E8A-4147-A177-3AD203B41FA5}">
                      <a16:colId xmlns:a16="http://schemas.microsoft.com/office/drawing/2014/main" val="2077706641"/>
                    </a:ext>
                  </a:extLst>
                </a:gridCol>
                <a:gridCol w="321908">
                  <a:extLst>
                    <a:ext uri="{9D8B030D-6E8A-4147-A177-3AD203B41FA5}">
                      <a16:colId xmlns:a16="http://schemas.microsoft.com/office/drawing/2014/main" val="3143174285"/>
                    </a:ext>
                  </a:extLst>
                </a:gridCol>
                <a:gridCol w="321908">
                  <a:extLst>
                    <a:ext uri="{9D8B030D-6E8A-4147-A177-3AD203B41FA5}">
                      <a16:colId xmlns:a16="http://schemas.microsoft.com/office/drawing/2014/main" val="479194516"/>
                    </a:ext>
                  </a:extLst>
                </a:gridCol>
                <a:gridCol w="321908">
                  <a:extLst>
                    <a:ext uri="{9D8B030D-6E8A-4147-A177-3AD203B41FA5}">
                      <a16:colId xmlns:a16="http://schemas.microsoft.com/office/drawing/2014/main" val="357748393"/>
                    </a:ext>
                  </a:extLst>
                </a:gridCol>
                <a:gridCol w="321908">
                  <a:extLst>
                    <a:ext uri="{9D8B030D-6E8A-4147-A177-3AD203B41FA5}">
                      <a16:colId xmlns:a16="http://schemas.microsoft.com/office/drawing/2014/main" val="1748567399"/>
                    </a:ext>
                  </a:extLst>
                </a:gridCol>
                <a:gridCol w="321908">
                  <a:extLst>
                    <a:ext uri="{9D8B030D-6E8A-4147-A177-3AD203B41FA5}">
                      <a16:colId xmlns:a16="http://schemas.microsoft.com/office/drawing/2014/main" val="2147651386"/>
                    </a:ext>
                  </a:extLst>
                </a:gridCol>
                <a:gridCol w="321908">
                  <a:extLst>
                    <a:ext uri="{9D8B030D-6E8A-4147-A177-3AD203B41FA5}">
                      <a16:colId xmlns:a16="http://schemas.microsoft.com/office/drawing/2014/main" val="3575677430"/>
                    </a:ext>
                  </a:extLst>
                </a:gridCol>
                <a:gridCol w="321908">
                  <a:extLst>
                    <a:ext uri="{9D8B030D-6E8A-4147-A177-3AD203B41FA5}">
                      <a16:colId xmlns:a16="http://schemas.microsoft.com/office/drawing/2014/main" val="1354471844"/>
                    </a:ext>
                  </a:extLst>
                </a:gridCol>
                <a:gridCol w="321908">
                  <a:extLst>
                    <a:ext uri="{9D8B030D-6E8A-4147-A177-3AD203B41FA5}">
                      <a16:colId xmlns:a16="http://schemas.microsoft.com/office/drawing/2014/main" val="3148847005"/>
                    </a:ext>
                  </a:extLst>
                </a:gridCol>
                <a:gridCol w="321908">
                  <a:extLst>
                    <a:ext uri="{9D8B030D-6E8A-4147-A177-3AD203B41FA5}">
                      <a16:colId xmlns:a16="http://schemas.microsoft.com/office/drawing/2014/main" val="1424660521"/>
                    </a:ext>
                  </a:extLst>
                </a:gridCol>
                <a:gridCol w="321908">
                  <a:extLst>
                    <a:ext uri="{9D8B030D-6E8A-4147-A177-3AD203B41FA5}">
                      <a16:colId xmlns:a16="http://schemas.microsoft.com/office/drawing/2014/main" val="566537845"/>
                    </a:ext>
                  </a:extLst>
                </a:gridCol>
                <a:gridCol w="321908">
                  <a:extLst>
                    <a:ext uri="{9D8B030D-6E8A-4147-A177-3AD203B41FA5}">
                      <a16:colId xmlns:a16="http://schemas.microsoft.com/office/drawing/2014/main" val="2607143170"/>
                    </a:ext>
                  </a:extLst>
                </a:gridCol>
              </a:tblGrid>
              <a:tr h="211520">
                <a:tc>
                  <a:txBody>
                    <a:bodyPr/>
                    <a:lstStyle/>
                    <a:p>
                      <a:pPr algn="ctr" fontAlgn="ctr"/>
                      <a:r>
                        <a:rPr lang="es-CL" sz="500" b="0" i="0" u="none" strike="noStrike">
                          <a:solidFill>
                            <a:srgbClr val="000000"/>
                          </a:solidFill>
                          <a:effectLst/>
                          <a:latin typeface="Arial" panose="020B0604020202020204" pitchFamily="34" charset="0"/>
                        </a:rPr>
                        <a:t>Fase</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Descripción</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Duración</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2</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3</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4</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5</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6</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7</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8</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9</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10</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11</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12</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13</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14</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15</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16</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17</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Semana 18</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1570007"/>
                  </a:ext>
                </a:extLst>
              </a:tr>
              <a:tr h="530730">
                <a:tc>
                  <a:txBody>
                    <a:bodyPr/>
                    <a:lstStyle/>
                    <a:p>
                      <a:pPr algn="l" fontAlgn="ctr"/>
                      <a:r>
                        <a:rPr lang="es-CL" sz="500" b="0" i="0" u="none" strike="noStrike">
                          <a:solidFill>
                            <a:srgbClr val="000000"/>
                          </a:solidFill>
                          <a:effectLst/>
                          <a:latin typeface="Arial" panose="020B0604020202020204" pitchFamily="34" charset="0"/>
                        </a:rPr>
                        <a:t>1. Inicio y definición</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500" b="0" i="0" u="none" strike="noStrike">
                          <a:solidFill>
                            <a:srgbClr val="000000"/>
                          </a:solidFill>
                          <a:effectLst/>
                          <a:latin typeface="Arial" panose="020B0604020202020204" pitchFamily="34" charset="0"/>
                        </a:rPr>
                        <a:t>Visión, misión, objetivos, referentes, permisos de Metro</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2 Semanas</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2341949"/>
                  </a:ext>
                </a:extLst>
              </a:tr>
              <a:tr h="530730">
                <a:tc>
                  <a:txBody>
                    <a:bodyPr/>
                    <a:lstStyle/>
                    <a:p>
                      <a:pPr algn="l" fontAlgn="ctr"/>
                      <a:r>
                        <a:rPr lang="es-CL" sz="500" b="0" i="0" u="none" strike="noStrike">
                          <a:solidFill>
                            <a:srgbClr val="000000"/>
                          </a:solidFill>
                          <a:effectLst/>
                          <a:latin typeface="Arial" panose="020B0604020202020204" pitchFamily="34" charset="0"/>
                        </a:rPr>
                        <a:t>2. Investigación y diseño</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500" b="0" i="0" u="none" strike="noStrike">
                          <a:solidFill>
                            <a:srgbClr val="000000"/>
                          </a:solidFill>
                          <a:effectLst/>
                          <a:latin typeface="Arial" panose="020B0604020202020204" pitchFamily="34" charset="0"/>
                        </a:rPr>
                        <a:t>Tecnologías, arquitectura, UI accesible, prototipos</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3 Semanas</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39564742"/>
                  </a:ext>
                </a:extLst>
              </a:tr>
              <a:tr h="530730">
                <a:tc>
                  <a:txBody>
                    <a:bodyPr/>
                    <a:lstStyle/>
                    <a:p>
                      <a:pPr algn="l" fontAlgn="ctr"/>
                      <a:r>
                        <a:rPr lang="es-CL" sz="500" b="0" i="0" u="none" strike="noStrike">
                          <a:solidFill>
                            <a:srgbClr val="000000"/>
                          </a:solidFill>
                          <a:effectLst/>
                          <a:latin typeface="Arial" panose="020B0604020202020204" pitchFamily="34" charset="0"/>
                        </a:rPr>
                        <a:t>3. Desarrollo</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500" b="0" i="0" u="none" strike="noStrike">
                          <a:solidFill>
                            <a:srgbClr val="000000"/>
                          </a:solidFill>
                          <a:effectLst/>
                          <a:latin typeface="Arial" panose="020B0604020202020204" pitchFamily="34" charset="0"/>
                        </a:rPr>
                        <a:t>Detección de objetos, mapas interiores, </a:t>
                      </a:r>
                      <a:r>
                        <a:rPr lang="es-ES" sz="500" b="0" i="0" u="none" strike="noStrike" err="1">
                          <a:solidFill>
                            <a:srgbClr val="000000"/>
                          </a:solidFill>
                          <a:effectLst/>
                          <a:latin typeface="Arial" panose="020B0604020202020204" pitchFamily="34" charset="0"/>
                        </a:rPr>
                        <a:t>frontend</a:t>
                      </a:r>
                      <a:r>
                        <a:rPr lang="es-ES" sz="500" b="0" i="0" u="none" strike="noStrike">
                          <a:solidFill>
                            <a:srgbClr val="000000"/>
                          </a:solidFill>
                          <a:effectLst/>
                          <a:latin typeface="Arial" panose="020B0604020202020204" pitchFamily="34" charset="0"/>
                        </a:rPr>
                        <a:t> y </a:t>
                      </a:r>
                      <a:r>
                        <a:rPr lang="es-ES" sz="500" b="0" i="0" u="none" strike="noStrike" err="1">
                          <a:solidFill>
                            <a:srgbClr val="000000"/>
                          </a:solidFill>
                          <a:effectLst/>
                          <a:latin typeface="Arial" panose="020B0604020202020204" pitchFamily="34" charset="0"/>
                        </a:rPr>
                        <a:t>backend</a:t>
                      </a:r>
                      <a:endParaRPr lang="es-ES" sz="500" b="0" i="0" u="none" strike="noStrike">
                        <a:solidFill>
                          <a:srgbClr val="000000"/>
                        </a:solidFill>
                        <a:effectLst/>
                        <a:latin typeface="Arial" panose="020B0604020202020204" pitchFamily="34" charset="0"/>
                      </a:endParaRP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6 Semanas</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8489881"/>
                  </a:ext>
                </a:extLst>
              </a:tr>
              <a:tr h="530730">
                <a:tc>
                  <a:txBody>
                    <a:bodyPr/>
                    <a:lstStyle/>
                    <a:p>
                      <a:pPr algn="l" fontAlgn="ctr"/>
                      <a:r>
                        <a:rPr lang="es-CL" sz="500" b="0" i="0" u="none" strike="noStrike">
                          <a:solidFill>
                            <a:srgbClr val="000000"/>
                          </a:solidFill>
                          <a:effectLst/>
                          <a:latin typeface="Arial" panose="020B0604020202020204" pitchFamily="34" charset="0"/>
                        </a:rPr>
                        <a:t>4. Integración y pruebas</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500" b="0" i="0" u="none" strike="noStrike">
                          <a:solidFill>
                            <a:srgbClr val="000000"/>
                          </a:solidFill>
                          <a:effectLst/>
                          <a:latin typeface="Arial" panose="020B0604020202020204" pitchFamily="34" charset="0"/>
                        </a:rPr>
                        <a:t>Integración de módulos, pruebas de usabilidad y accesibilidad</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2 Semanas</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1802941"/>
                  </a:ext>
                </a:extLst>
              </a:tr>
              <a:tr h="530730">
                <a:tc>
                  <a:txBody>
                    <a:bodyPr/>
                    <a:lstStyle/>
                    <a:p>
                      <a:pPr algn="l" fontAlgn="ctr"/>
                      <a:r>
                        <a:rPr lang="es-CL" sz="500" b="0" i="0" u="none" strike="noStrike">
                          <a:solidFill>
                            <a:srgbClr val="000000"/>
                          </a:solidFill>
                          <a:effectLst/>
                          <a:latin typeface="Arial" panose="020B0604020202020204" pitchFamily="34" charset="0"/>
                        </a:rPr>
                        <a:t>5. Validación y documentación</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500" b="0" i="0" u="none" strike="noStrike">
                          <a:solidFill>
                            <a:srgbClr val="000000"/>
                          </a:solidFill>
                          <a:effectLst/>
                          <a:latin typeface="Arial" panose="020B0604020202020204" pitchFamily="34" charset="0"/>
                        </a:rPr>
                        <a:t>Realización y </a:t>
                      </a:r>
                      <a:r>
                        <a:rPr lang="es-ES" sz="500" b="0" i="0" u="none" strike="noStrike" err="1">
                          <a:solidFill>
                            <a:srgbClr val="000000"/>
                          </a:solidFill>
                          <a:effectLst/>
                          <a:latin typeface="Arial" panose="020B0604020202020204" pitchFamily="34" charset="0"/>
                        </a:rPr>
                        <a:t>validación,de</a:t>
                      </a:r>
                      <a:r>
                        <a:rPr lang="es-ES" sz="500" b="0" i="0" u="none" strike="noStrike">
                          <a:solidFill>
                            <a:srgbClr val="000000"/>
                          </a:solidFill>
                          <a:effectLst/>
                          <a:latin typeface="Arial" panose="020B0604020202020204" pitchFamily="34" charset="0"/>
                        </a:rPr>
                        <a:t> documentación, informe final</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4 Semanas</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4001614"/>
                  </a:ext>
                </a:extLst>
              </a:tr>
              <a:tr h="530730">
                <a:tc>
                  <a:txBody>
                    <a:bodyPr/>
                    <a:lstStyle/>
                    <a:p>
                      <a:pPr algn="l" fontAlgn="ctr"/>
                      <a:r>
                        <a:rPr lang="es-CL" sz="500" b="0" i="0" u="none" strike="noStrike">
                          <a:solidFill>
                            <a:srgbClr val="000000"/>
                          </a:solidFill>
                          <a:effectLst/>
                          <a:latin typeface="Arial" panose="020B0604020202020204" pitchFamily="34" charset="0"/>
                        </a:rPr>
                        <a:t>6. Presentación/Defensa</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ES" sz="500" b="0" i="0" u="none" strike="noStrike">
                          <a:solidFill>
                            <a:srgbClr val="000000"/>
                          </a:solidFill>
                          <a:effectLst/>
                          <a:latin typeface="Arial" panose="020B0604020202020204" pitchFamily="34" charset="0"/>
                        </a:rPr>
                        <a:t>Preparación de defensa y entrega del portafolio de título</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CL" sz="500" b="0" i="0" u="none" strike="noStrike">
                          <a:solidFill>
                            <a:srgbClr val="000000"/>
                          </a:solidFill>
                          <a:effectLst/>
                          <a:latin typeface="Arial" panose="020B0604020202020204" pitchFamily="34" charset="0"/>
                        </a:rPr>
                        <a:t>1 Semana</a:t>
                      </a:r>
                    </a:p>
                  </a:txBody>
                  <a:tcPr marL="4207" marR="4207" marT="4207" marB="20194"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000000"/>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s-CL" sz="500" b="0" i="0" u="none" strike="noStrike">
                        <a:solidFill>
                          <a:srgbClr val="B5E6A2"/>
                        </a:solidFill>
                        <a:effectLst/>
                        <a:latin typeface="Arial" panose="020B0604020202020204" pitchFamily="34" charset="0"/>
                      </a:endParaRPr>
                    </a:p>
                  </a:txBody>
                  <a:tcPr marL="4207" marR="4207" marT="4207" marB="2019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E6A2"/>
                    </a:solidFill>
                  </a:tcPr>
                </a:tc>
                <a:extLst>
                  <a:ext uri="{0D108BD9-81ED-4DB2-BD59-A6C34878D82A}">
                    <a16:rowId xmlns:a16="http://schemas.microsoft.com/office/drawing/2014/main" val="4148014593"/>
                  </a:ext>
                </a:extLst>
              </a:tr>
            </a:tbl>
          </a:graphicData>
        </a:graphic>
      </p:graphicFrame>
    </p:spTree>
    <p:extLst>
      <p:ext uri="{BB962C8B-B14F-4D97-AF65-F5344CB8AC3E}">
        <p14:creationId xmlns:p14="http://schemas.microsoft.com/office/powerpoint/2010/main" val="3148308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Arquitectura del software</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pic>
        <p:nvPicPr>
          <p:cNvPr id="3" name="Imagen 2" descr="Diagrama&#10;&#10;El contenido generado por IA puede ser incorrecto.">
            <a:extLst>
              <a:ext uri="{FF2B5EF4-FFF2-40B4-BE49-F238E27FC236}">
                <a16:creationId xmlns:a16="http://schemas.microsoft.com/office/drawing/2014/main" id="{271B6680-6C5A-9042-50D7-BDBFE24F72C7}"/>
              </a:ext>
            </a:extLst>
          </p:cNvPr>
          <p:cNvPicPr>
            <a:picLocks noChangeAspect="1"/>
          </p:cNvPicPr>
          <p:nvPr/>
        </p:nvPicPr>
        <p:blipFill rotWithShape="1">
          <a:blip r:embed="rId4"/>
          <a:srcRect l="5254" t="14218" r="9690" b="33203"/>
          <a:stretch/>
        </p:blipFill>
        <p:spPr>
          <a:xfrm>
            <a:off x="800192" y="1304075"/>
            <a:ext cx="4511489" cy="3574446"/>
          </a:xfrm>
          <a:prstGeom prst="rect">
            <a:avLst/>
          </a:prstGeom>
        </p:spPr>
      </p:pic>
      <p:pic>
        <p:nvPicPr>
          <p:cNvPr id="4" name="Imagen 3" descr="Diagrama&#10;&#10;El contenido generado por IA puede ser incorrecto.">
            <a:extLst>
              <a:ext uri="{FF2B5EF4-FFF2-40B4-BE49-F238E27FC236}">
                <a16:creationId xmlns:a16="http://schemas.microsoft.com/office/drawing/2014/main" id="{2E7F651A-D687-9DB7-DC7C-B592BCAEDEC4}"/>
              </a:ext>
            </a:extLst>
          </p:cNvPr>
          <p:cNvPicPr>
            <a:picLocks noChangeAspect="1"/>
          </p:cNvPicPr>
          <p:nvPr/>
        </p:nvPicPr>
        <p:blipFill>
          <a:blip r:embed="rId5"/>
          <a:stretch>
            <a:fillRect/>
          </a:stretch>
        </p:blipFill>
        <p:spPr>
          <a:xfrm>
            <a:off x="5308852" y="1016000"/>
            <a:ext cx="3534859" cy="3794125"/>
          </a:xfrm>
          <a:prstGeom prst="rect">
            <a:avLst/>
          </a:prstGeom>
        </p:spPr>
      </p:pic>
    </p:spTree>
    <p:extLst>
      <p:ext uri="{BB962C8B-B14F-4D97-AF65-F5344CB8AC3E}">
        <p14:creationId xmlns:p14="http://schemas.microsoft.com/office/powerpoint/2010/main" val="1797357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Modelo de datos</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pic>
        <p:nvPicPr>
          <p:cNvPr id="3" name="Imagen 2">
            <a:extLst>
              <a:ext uri="{FF2B5EF4-FFF2-40B4-BE49-F238E27FC236}">
                <a16:creationId xmlns:a16="http://schemas.microsoft.com/office/drawing/2014/main" id="{1CAF1CFC-57DC-4B56-988F-C84C2FEE0AE2}"/>
              </a:ext>
            </a:extLst>
          </p:cNvPr>
          <p:cNvPicPr>
            <a:picLocks noChangeAspect="1"/>
          </p:cNvPicPr>
          <p:nvPr/>
        </p:nvPicPr>
        <p:blipFill>
          <a:blip r:embed="rId4"/>
          <a:stretch>
            <a:fillRect/>
          </a:stretch>
        </p:blipFill>
        <p:spPr>
          <a:xfrm>
            <a:off x="1523696" y="1265969"/>
            <a:ext cx="6096607" cy="3616792"/>
          </a:xfrm>
          <a:prstGeom prst="rect">
            <a:avLst/>
          </a:prstGeom>
        </p:spPr>
      </p:pic>
    </p:spTree>
    <p:extLst>
      <p:ext uri="{BB962C8B-B14F-4D97-AF65-F5344CB8AC3E}">
        <p14:creationId xmlns:p14="http://schemas.microsoft.com/office/powerpoint/2010/main" val="956957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Tecnologías utilizadas</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pic>
        <p:nvPicPr>
          <p:cNvPr id="3" name="Imagen 2" descr="Diagrama&#10;&#10;El contenido generado por IA puede ser incorrecto.">
            <a:extLst>
              <a:ext uri="{FF2B5EF4-FFF2-40B4-BE49-F238E27FC236}">
                <a16:creationId xmlns:a16="http://schemas.microsoft.com/office/drawing/2014/main" id="{FB58CC31-4679-40A4-79EF-88774AD93085}"/>
              </a:ext>
            </a:extLst>
          </p:cNvPr>
          <p:cNvPicPr>
            <a:picLocks noChangeAspect="1"/>
          </p:cNvPicPr>
          <p:nvPr/>
        </p:nvPicPr>
        <p:blipFill>
          <a:blip r:embed="rId4"/>
          <a:stretch>
            <a:fillRect/>
          </a:stretch>
        </p:blipFill>
        <p:spPr>
          <a:xfrm>
            <a:off x="1579424" y="1305512"/>
            <a:ext cx="5998701" cy="3566183"/>
          </a:xfrm>
          <a:prstGeom prst="rect">
            <a:avLst/>
          </a:prstGeom>
        </p:spPr>
      </p:pic>
    </p:spTree>
    <p:extLst>
      <p:ext uri="{BB962C8B-B14F-4D97-AF65-F5344CB8AC3E}">
        <p14:creationId xmlns:p14="http://schemas.microsoft.com/office/powerpoint/2010/main" val="1100738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dirty="0"/>
              <a:t>Demostración del Resultado</a:t>
            </a:r>
            <a:endParaRPr dirty="0"/>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4"/>
          <a:stretch>
            <a:fillRect/>
          </a:stretch>
        </p:blipFill>
        <p:spPr>
          <a:xfrm>
            <a:off x="6284187" y="335841"/>
            <a:ext cx="2444773" cy="607489"/>
          </a:xfrm>
          <a:prstGeom prst="rect">
            <a:avLst/>
          </a:prstGeom>
        </p:spPr>
      </p:pic>
      <p:pic>
        <p:nvPicPr>
          <p:cNvPr id="2" name="Elementos multimedia en línea 1" title="20251124_151530000_iOS.MOV">
            <a:hlinkClick r:id="" action="ppaction://noaction"/>
            <a:extLst>
              <a:ext uri="{FF2B5EF4-FFF2-40B4-BE49-F238E27FC236}">
                <a16:creationId xmlns:a16="http://schemas.microsoft.com/office/drawing/2014/main" id="{45027641-E5DE-7B99-8B3D-BBA4FC06FAA8}"/>
              </a:ext>
            </a:extLst>
          </p:cNvPr>
          <p:cNvPicPr>
            <a:picLocks noRot="1" noChangeAspect="1"/>
          </p:cNvPicPr>
          <p:nvPr>
            <a:videoFile r:link="rId1"/>
          </p:nvPr>
        </p:nvPicPr>
        <p:blipFill>
          <a:blip r:embed="rId5"/>
          <a:stretch>
            <a:fillRect/>
          </a:stretch>
        </p:blipFill>
        <p:spPr>
          <a:xfrm>
            <a:off x="5986463" y="839787"/>
            <a:ext cx="2243138" cy="3963988"/>
          </a:xfrm>
          <a:prstGeom prst="rect">
            <a:avLst/>
          </a:prstGeom>
        </p:spPr>
      </p:pic>
      <p:sp>
        <p:nvSpPr>
          <p:cNvPr id="6" name="CuadroTexto 5">
            <a:extLst>
              <a:ext uri="{FF2B5EF4-FFF2-40B4-BE49-F238E27FC236}">
                <a16:creationId xmlns:a16="http://schemas.microsoft.com/office/drawing/2014/main" id="{DE41E9E4-BD08-0960-119F-B450876DA527}"/>
              </a:ext>
            </a:extLst>
          </p:cNvPr>
          <p:cNvSpPr txBox="1"/>
          <p:nvPr/>
        </p:nvSpPr>
        <p:spPr>
          <a:xfrm>
            <a:off x="853775" y="2175859"/>
            <a:ext cx="3854313" cy="785343"/>
          </a:xfrm>
          <a:prstGeom prst="rect">
            <a:avLst/>
          </a:prstGeom>
          <a:noFill/>
        </p:spPr>
        <p:txBody>
          <a:bodyPr wrap="square" lIns="91440" tIns="45720" rIns="91440" bIns="45720" rtlCol="0" anchor="t">
            <a:spAutoFit/>
          </a:bodyPr>
          <a:lstStyle/>
          <a:p>
            <a:pPr marL="228600" indent="-228600" algn="just">
              <a:lnSpc>
                <a:spcPct val="150000"/>
              </a:lnSpc>
              <a:buAutoNum type="arabicPeriod"/>
            </a:pPr>
            <a:r>
              <a:rPr lang="es-ES" sz="1600" dirty="0"/>
              <a:t>Presentación en vivo de la aplicación</a:t>
            </a:r>
          </a:p>
          <a:p>
            <a:pPr marL="228600" indent="-228600" algn="just">
              <a:lnSpc>
                <a:spcPct val="150000"/>
              </a:lnSpc>
              <a:buAutoNum type="arabicPeriod"/>
            </a:pPr>
            <a:r>
              <a:rPr lang="es-ES" sz="1600" dirty="0"/>
              <a:t>Muestra de la app en el metro</a:t>
            </a:r>
          </a:p>
        </p:txBody>
      </p:sp>
      <p:sp>
        <p:nvSpPr>
          <p:cNvPr id="7" name="CuadroTexto 6">
            <a:extLst>
              <a:ext uri="{FF2B5EF4-FFF2-40B4-BE49-F238E27FC236}">
                <a16:creationId xmlns:a16="http://schemas.microsoft.com/office/drawing/2014/main" id="{E66B9ECA-2DC8-C20F-3D47-51C980F1E18A}"/>
              </a:ext>
            </a:extLst>
          </p:cNvPr>
          <p:cNvSpPr txBox="1"/>
          <p:nvPr/>
        </p:nvSpPr>
        <p:spPr>
          <a:xfrm>
            <a:off x="1492250" y="3556000"/>
            <a:ext cx="283368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6"/>
              </a:rPr>
              <a:t>20251124_151530000_iOS.MOV</a:t>
            </a:r>
            <a:endParaRPr lang="en-US"/>
          </a:p>
          <a:p>
            <a:pPr algn="ctr"/>
            <a:endParaRPr lang="es-ES"/>
          </a:p>
        </p:txBody>
      </p:sp>
    </p:spTree>
    <p:extLst>
      <p:ext uri="{BB962C8B-B14F-4D97-AF65-F5344CB8AC3E}">
        <p14:creationId xmlns:p14="http://schemas.microsoft.com/office/powerpoint/2010/main" val="1600334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Resultados Obtenidos</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sp>
        <p:nvSpPr>
          <p:cNvPr id="2" name="CuadroTexto 1">
            <a:extLst>
              <a:ext uri="{FF2B5EF4-FFF2-40B4-BE49-F238E27FC236}">
                <a16:creationId xmlns:a16="http://schemas.microsoft.com/office/drawing/2014/main" id="{31FBD104-56F5-4560-9F66-C6FFDDE1DEDC}"/>
              </a:ext>
            </a:extLst>
          </p:cNvPr>
          <p:cNvSpPr txBox="1"/>
          <p:nvPr/>
        </p:nvSpPr>
        <p:spPr>
          <a:xfrm>
            <a:off x="726775" y="1699609"/>
            <a:ext cx="7704000" cy="1330557"/>
          </a:xfrm>
          <a:prstGeom prst="rect">
            <a:avLst/>
          </a:prstGeom>
          <a:noFill/>
        </p:spPr>
        <p:txBody>
          <a:bodyPr wrap="square" lIns="91440" tIns="45720" rIns="91440" bIns="45720" rtlCol="0" anchor="t">
            <a:spAutoFit/>
          </a:bodyPr>
          <a:lstStyle/>
          <a:p>
            <a:pPr algn="just">
              <a:lnSpc>
                <a:spcPct val="150000"/>
              </a:lnSpc>
            </a:pPr>
            <a:r>
              <a:rPr lang="es-ES" sz="1100" dirty="0"/>
              <a:t>La demostración evidencia que la aplicación cumple plenamente la función prometida, guiando de forma clara y accesible a personas no videntes dentro del Metro mediante un flujo estable y sencillo. Además, se observa que el sistema respeta los requisitos planteados: interfaz accesible, navegación paso a paso, retroalimentación auditiva, y una arquitectura preparada para comandos de voz y detección inteligente. La aplicación funciona de manera fluida, coherente y alineada con los objetivos y requerimientos del proyecto.</a:t>
            </a:r>
            <a:endParaRPr lang="es-CL" sz="1100" dirty="0"/>
          </a:p>
        </p:txBody>
      </p:sp>
    </p:spTree>
    <p:extLst>
      <p:ext uri="{BB962C8B-B14F-4D97-AF65-F5344CB8AC3E}">
        <p14:creationId xmlns:p14="http://schemas.microsoft.com/office/powerpoint/2010/main" val="2162216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26775" y="73137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L"/>
              <a:t>Obstáculos presentados</a:t>
            </a:r>
            <a:br>
              <a:rPr lang="es-CL"/>
            </a:br>
            <a:r>
              <a:rPr lang="es-CL"/>
              <a:t>en el desarrollo</a:t>
            </a:r>
            <a:endParaRPr/>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sp>
        <p:nvSpPr>
          <p:cNvPr id="2" name="CuadroTexto 1">
            <a:extLst>
              <a:ext uri="{FF2B5EF4-FFF2-40B4-BE49-F238E27FC236}">
                <a16:creationId xmlns:a16="http://schemas.microsoft.com/office/drawing/2014/main" id="{DCE07627-3AE6-443B-B418-B41B2A9E41E9}"/>
              </a:ext>
            </a:extLst>
          </p:cNvPr>
          <p:cNvSpPr txBox="1"/>
          <p:nvPr/>
        </p:nvSpPr>
        <p:spPr>
          <a:xfrm>
            <a:off x="547009" y="1983441"/>
            <a:ext cx="8063532" cy="2001382"/>
          </a:xfrm>
          <a:prstGeom prst="rect">
            <a:avLst/>
          </a:prstGeom>
          <a:noFill/>
        </p:spPr>
        <p:txBody>
          <a:bodyPr wrap="square" lIns="91440" tIns="45720" rIns="91440" bIns="45720" rtlCol="0" anchor="t">
            <a:spAutoFit/>
          </a:bodyPr>
          <a:lstStyle/>
          <a:p>
            <a:pPr algn="just">
              <a:lnSpc>
                <a:spcPct val="150000"/>
              </a:lnSpc>
            </a:pPr>
            <a:r>
              <a:rPr lang="es-ES" sz="1050" dirty="0"/>
              <a:t>Durante el desarrollo se presentaron varios obstáculos, tanto técnicos como organizacionales. A nivel de aplicación, surgieron dificultades al integrar librerías como el reconocimiento de voz y modelos de IA, además de problemas de compatibilidad entre Expo, </a:t>
            </a:r>
            <a:r>
              <a:rPr lang="es-ES" sz="1050" dirty="0" err="1"/>
              <a:t>TFLite</a:t>
            </a:r>
            <a:r>
              <a:rPr lang="es-ES" sz="1050" dirty="0"/>
              <a:t> y los dispositivos de prueba (IOS). También hubo desafíos para mantener la accesibilidad real en la interfaz, garantizando botones grandes, navegación clara y retroalimentación auditiva adecuada. En el trabajo en equipo, aparecieron complicaciones para coordinar tareas, dividir responsabilidades y mantener un ritmo constante de avances, especialmente al trabajar bajo la metodología </a:t>
            </a:r>
            <a:r>
              <a:rPr lang="es-ES" sz="1050" dirty="0" err="1"/>
              <a:t>Scrumban</a:t>
            </a:r>
            <a:r>
              <a:rPr lang="es-ES" sz="1050" dirty="0"/>
              <a:t>. Asimismo, nos enfrentamos a tiempos limitados, cambios de idea, ajustes de última hora y la necesidad de rehacer partes del flujo para asegurar que cumpliera con los requerimientos reales de una persona no vidente. Estos obstáculos obligaron a iterar, corregir y reorganizar el proyecto varias veces, fortaleciendo finalmente el resultado de la aplicación.</a:t>
            </a:r>
            <a:endParaRPr lang="es-CL" sz="1050" dirty="0"/>
          </a:p>
        </p:txBody>
      </p:sp>
    </p:spTree>
    <p:extLst>
      <p:ext uri="{BB962C8B-B14F-4D97-AF65-F5344CB8AC3E}">
        <p14:creationId xmlns:p14="http://schemas.microsoft.com/office/powerpoint/2010/main" val="287302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4"/>
          <p:cNvSpPr txBox="1">
            <a:spLocks noGrp="1"/>
          </p:cNvSpPr>
          <p:nvPr>
            <p:ph type="title"/>
          </p:nvPr>
        </p:nvSpPr>
        <p:spPr>
          <a:xfrm>
            <a:off x="719979" y="1999414"/>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CL" sz="4400"/>
              <a:t>Muchas Gracias por su atención</a:t>
            </a:r>
            <a:endParaRPr sz="4400"/>
          </a:p>
        </p:txBody>
      </p:sp>
      <p:sp>
        <p:nvSpPr>
          <p:cNvPr id="298" name="Google Shape;298;p34"/>
          <p:cNvSpPr txBox="1"/>
          <p:nvPr/>
        </p:nvSpPr>
        <p:spPr>
          <a:xfrm>
            <a:off x="719979" y="408736"/>
            <a:ext cx="5261100" cy="461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s-CL" sz="1200">
                <a:solidFill>
                  <a:schemeClr val="dk1"/>
                </a:solidFill>
                <a:latin typeface="Hanken Grotesk"/>
                <a:ea typeface="Hanken Grotesk"/>
                <a:cs typeface="Hanken Grotesk"/>
                <a:sym typeface="Hanken Grotesk"/>
              </a:rPr>
              <a:t>Proyecto “MetroSence”</a:t>
            </a:r>
            <a:br>
              <a:rPr lang="en" sz="1000">
                <a:solidFill>
                  <a:schemeClr val="dk1"/>
                </a:solidFill>
                <a:latin typeface="Hanken Grotesk"/>
                <a:ea typeface="Hanken Grotesk"/>
                <a:cs typeface="Hanken Grotesk"/>
                <a:sym typeface="Hanken Grotesk"/>
              </a:rPr>
            </a:br>
            <a:endParaRPr sz="1000" b="1" u="sng">
              <a:solidFill>
                <a:schemeClr val="dk1"/>
              </a:solidFill>
              <a:latin typeface="Hanken Grotesk"/>
              <a:ea typeface="Hanken Grotesk"/>
              <a:cs typeface="Hanken Grotesk"/>
              <a:sym typeface="Hanken Grotesk"/>
            </a:endParaRPr>
          </a:p>
        </p:txBody>
      </p:sp>
      <p:pic>
        <p:nvPicPr>
          <p:cNvPr id="8" name="Imagen 7">
            <a:extLst>
              <a:ext uri="{FF2B5EF4-FFF2-40B4-BE49-F238E27FC236}">
                <a16:creationId xmlns:a16="http://schemas.microsoft.com/office/drawing/2014/main" id="{BCFF47D1-AC5D-43ED-A6FB-6B376E1A70B8}"/>
              </a:ext>
            </a:extLst>
          </p:cNvPr>
          <p:cNvPicPr>
            <a:picLocks noChangeAspect="1"/>
          </p:cNvPicPr>
          <p:nvPr/>
        </p:nvPicPr>
        <p:blipFill>
          <a:blip r:embed="rId3"/>
          <a:stretch>
            <a:fillRect/>
          </a:stretch>
        </p:blipFill>
        <p:spPr>
          <a:xfrm>
            <a:off x="6284187" y="335841"/>
            <a:ext cx="2444773" cy="607489"/>
          </a:xfrm>
          <a:prstGeom prst="rect">
            <a:avLst/>
          </a:prstGeom>
        </p:spPr>
      </p:pic>
      <p:sp>
        <p:nvSpPr>
          <p:cNvPr id="5" name="Google Shape;298;p34">
            <a:extLst>
              <a:ext uri="{FF2B5EF4-FFF2-40B4-BE49-F238E27FC236}">
                <a16:creationId xmlns:a16="http://schemas.microsoft.com/office/drawing/2014/main" id="{820C36B7-9BB4-407E-87AB-F5DF2111839C}"/>
              </a:ext>
            </a:extLst>
          </p:cNvPr>
          <p:cNvSpPr txBox="1"/>
          <p:nvPr/>
        </p:nvSpPr>
        <p:spPr>
          <a:xfrm>
            <a:off x="1941429" y="2672963"/>
            <a:ext cx="5261100" cy="461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CL" sz="1800">
                <a:solidFill>
                  <a:schemeClr val="dk1"/>
                </a:solidFill>
                <a:latin typeface="Hanken Grotesk"/>
                <a:ea typeface="Hanken Grotesk"/>
                <a:cs typeface="Hanken Grotesk"/>
                <a:sym typeface="Hanken Grotesk"/>
              </a:rPr>
              <a:t>Preguntas de la comisión</a:t>
            </a:r>
            <a:br>
              <a:rPr lang="en" sz="1200">
                <a:solidFill>
                  <a:schemeClr val="dk1"/>
                </a:solidFill>
                <a:latin typeface="Hanken Grotesk"/>
                <a:ea typeface="Hanken Grotesk"/>
                <a:cs typeface="Hanken Grotesk"/>
                <a:sym typeface="Hanken Grotesk"/>
              </a:rPr>
            </a:br>
            <a:endParaRPr sz="1200" b="1" u="sng">
              <a:solidFill>
                <a:schemeClr val="dk1"/>
              </a:solidFill>
              <a:latin typeface="Hanken Grotesk"/>
              <a:ea typeface="Hanken Grotesk"/>
              <a:cs typeface="Hanken Grotesk"/>
              <a:sym typeface="Hanken Grotesk"/>
            </a:endParaRPr>
          </a:p>
        </p:txBody>
      </p:sp>
    </p:spTree>
    <p:extLst>
      <p:ext uri="{BB962C8B-B14F-4D97-AF65-F5344CB8AC3E}">
        <p14:creationId xmlns:p14="http://schemas.microsoft.com/office/powerpoint/2010/main" val="3745596933"/>
      </p:ext>
    </p:extLst>
  </p:cSld>
  <p:clrMapOvr>
    <a:masterClrMapping/>
  </p:clrMapOvr>
</p:sld>
</file>

<file path=ppt/theme/theme1.xml><?xml version="1.0" encoding="utf-8"?>
<a:theme xmlns:a="http://schemas.openxmlformats.org/drawingml/2006/main" name="Elegant Black &amp; White Thesis Defense by Slidesgo">
  <a:themeElements>
    <a:clrScheme name="Simple Light">
      <a:dk1>
        <a:srgbClr val="333333"/>
      </a:dk1>
      <a:lt1>
        <a:srgbClr val="FDFDFD"/>
      </a:lt1>
      <a:dk2>
        <a:srgbClr val="E8E7E7"/>
      </a:dk2>
      <a:lt2>
        <a:srgbClr val="B2B2B2"/>
      </a:lt2>
      <a:accent1>
        <a:srgbClr val="777777"/>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Presentación en pantalla (16:9)</PresentationFormat>
  <Slides>16</Slides>
  <Notes>16</Notes>
  <HiddenSlides>0</HiddenSlide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Elegant Black &amp; White Thesis Defense by Slidesgo</vt:lpstr>
      <vt:lpstr>Proyecto “MetroSence”</vt:lpstr>
      <vt:lpstr>Integrantes del proyecto</vt:lpstr>
      <vt:lpstr>Integrantes del proyecto</vt:lpstr>
      <vt:lpstr>Integrantes del proyecto</vt:lpstr>
      <vt:lpstr>Presentación de PowerPoint</vt:lpstr>
      <vt:lpstr>Presentación de PowerPoint</vt:lpstr>
      <vt:lpstr>Alcances y limitaciones</vt:lpstr>
      <vt:lpstr>Metodología de trabajo</vt:lpstr>
      <vt:lpstr>RoadMap para el Desarrollo</vt:lpstr>
      <vt:lpstr>Arquitectura del software</vt:lpstr>
      <vt:lpstr>Modelo de datos</vt:lpstr>
      <vt:lpstr>Tecnologías utilizadas</vt:lpstr>
      <vt:lpstr>Demostración del Resultado</vt:lpstr>
      <vt:lpstr>Resultados Obtenidos</vt:lpstr>
      <vt:lpstr>Obstáculos presentados en el desarrollo</vt:lpstr>
      <vt:lpstr>Muchas Gracias por su atención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“MetroSence”</dc:title>
  <dc:creator>Agustin Quezada M</dc:creator>
  <cp:revision>55</cp:revision>
  <dcterms:modified xsi:type="dcterms:W3CDTF">2025-11-28T15:15:50Z</dcterms:modified>
</cp:coreProperties>
</file>